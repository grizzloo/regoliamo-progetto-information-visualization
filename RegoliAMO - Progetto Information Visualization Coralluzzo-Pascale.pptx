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Gaegu" charset="1" panose="00000000000000000000"/>
      <p:regular r:id="rId10"/>
    </p:embeddedFont>
    <p:embeddedFont>
      <p:font typeface="Gaegu Bold" charset="1" panose="00000000000000000000"/>
      <p:regular r:id="rId11"/>
    </p:embeddedFont>
    <p:embeddedFont>
      <p:font typeface="Gaegu Light" charset="1" panose="00000000000000000000"/>
      <p:regular r:id="rId12"/>
    </p:embeddedFont>
    <p:embeddedFont>
      <p:font typeface="Drukaatie Burti" charset="1" panose="03080602030402030204"/>
      <p:regular r:id="rId13"/>
    </p:embeddedFont>
    <p:embeddedFont>
      <p:font typeface="Drukaatie Burti Bold" charset="1" panose="03080802040502030204"/>
      <p:regular r:id="rId14"/>
    </p:embeddedFont>
    <p:embeddedFont>
      <p:font typeface="Drukaatie Burti Thin" charset="1" panose="03080302030302030204"/>
      <p:regular r:id="rId15"/>
    </p:embeddedFont>
    <p:embeddedFont>
      <p:font typeface="Drukaatie Burti Light" charset="1" panose="03080402030202030204"/>
      <p:regular r:id="rId16"/>
    </p:embeddedFont>
    <p:embeddedFont>
      <p:font typeface="Drukaatie Burti Semi-Bold" charset="1" panose="03080702040402030204"/>
      <p:regular r:id="rId17"/>
    </p:embeddedFont>
    <p:embeddedFont>
      <p:font typeface="Drukaatie Burti Heavy" charset="1" panose="03080902040502030204"/>
      <p:regular r:id="rId18"/>
    </p:embeddedFont>
    <p:embeddedFont>
      <p:font typeface="Now" charset="1" panose="00000500000000000000"/>
      <p:regular r:id="rId19"/>
    </p:embeddedFont>
    <p:embeddedFont>
      <p:font typeface="Now Bold" charset="1" panose="00000800000000000000"/>
      <p:regular r:id="rId20"/>
    </p:embeddedFont>
    <p:embeddedFont>
      <p:font typeface="Now Thin" charset="1" panose="00000300000000000000"/>
      <p:regular r:id="rId21"/>
    </p:embeddedFont>
    <p:embeddedFont>
      <p:font typeface="Now Light" charset="1" panose="00000400000000000000"/>
      <p:regular r:id="rId22"/>
    </p:embeddedFont>
    <p:embeddedFont>
      <p:font typeface="Now Medium" charset="1" panose="00000600000000000000"/>
      <p:regular r:id="rId23"/>
    </p:embeddedFont>
    <p:embeddedFont>
      <p:font typeface="Now Heavy" charset="1" panose="00000A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slides/slide1.xml" Type="http://schemas.openxmlformats.org/officeDocument/2006/relationships/slide"/><Relationship Id="rId26" Target="slides/slide2.xml" Type="http://schemas.openxmlformats.org/officeDocument/2006/relationships/slide"/><Relationship Id="rId27" Target="slides/slide3.xml" Type="http://schemas.openxmlformats.org/officeDocument/2006/relationships/slide"/><Relationship Id="rId28" Target="slides/slide4.xml" Type="http://schemas.openxmlformats.org/officeDocument/2006/relationships/slide"/><Relationship Id="rId29" Target="slides/slide5.xml" Type="http://schemas.openxmlformats.org/officeDocument/2006/relationships/slide"/><Relationship Id="rId3" Target="viewProps.xml" Type="http://schemas.openxmlformats.org/officeDocument/2006/relationships/viewProps"/><Relationship Id="rId30" Target="slides/slide6.xml" Type="http://schemas.openxmlformats.org/officeDocument/2006/relationships/slide"/><Relationship Id="rId31" Target="slides/slide7.xml" Type="http://schemas.openxmlformats.org/officeDocument/2006/relationships/slide"/><Relationship Id="rId32" Target="slides/slide8.xml" Type="http://schemas.openxmlformats.org/officeDocument/2006/relationships/slide"/><Relationship Id="rId33" Target="slides/slide9.xml" Type="http://schemas.openxmlformats.org/officeDocument/2006/relationships/slide"/><Relationship Id="rId34" Target="slides/slide10.xml" Type="http://schemas.openxmlformats.org/officeDocument/2006/relationships/slide"/><Relationship Id="rId35" Target="slides/slide11.xml" Type="http://schemas.openxmlformats.org/officeDocument/2006/relationships/slide"/><Relationship Id="rId36" Target="slides/slide12.xml" Type="http://schemas.openxmlformats.org/officeDocument/2006/relationships/slide"/><Relationship Id="rId37" Target="slides/slide13.xml" Type="http://schemas.openxmlformats.org/officeDocument/2006/relationships/slide"/><Relationship Id="rId38" Target="slides/slide14.xml" Type="http://schemas.openxmlformats.org/officeDocument/2006/relationships/slide"/><Relationship Id="rId39" Target="slides/slide15.xml" Type="http://schemas.openxmlformats.org/officeDocument/2006/relationships/slide"/><Relationship Id="rId4" Target="theme/theme1.xml" Type="http://schemas.openxmlformats.org/officeDocument/2006/relationships/theme"/><Relationship Id="rId40" Target="slides/slide16.xml" Type="http://schemas.openxmlformats.org/officeDocument/2006/relationships/slide"/><Relationship Id="rId41" Target="slides/slide17.xml" Type="http://schemas.openxmlformats.org/officeDocument/2006/relationships/slide"/><Relationship Id="rId42" Target="slides/slide18.xml" Type="http://schemas.openxmlformats.org/officeDocument/2006/relationships/slid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2.png" Type="http://schemas.openxmlformats.org/officeDocument/2006/relationships/image"/><Relationship Id="rId21" Target="../media/image23.sv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6.png" Type="http://schemas.openxmlformats.org/officeDocument/2006/relationships/image"/><Relationship Id="rId27" Target="../media/image27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14" Target="../media/image40.png" Type="http://schemas.openxmlformats.org/officeDocument/2006/relationships/image"/><Relationship Id="rId15" Target="../media/image41.svg" Type="http://schemas.openxmlformats.org/officeDocument/2006/relationships/image"/><Relationship Id="rId16" Target="../media/image42.png" Type="http://schemas.openxmlformats.org/officeDocument/2006/relationships/image"/><Relationship Id="rId17" Target="../media/image43.svg" Type="http://schemas.openxmlformats.org/officeDocument/2006/relationships/image"/><Relationship Id="rId18" Target="../media/image44.png" Type="http://schemas.openxmlformats.org/officeDocument/2006/relationships/image"/><Relationship Id="rId19" Target="../media/image45.svg" Type="http://schemas.openxmlformats.org/officeDocument/2006/relationships/image"/><Relationship Id="rId2" Target="../media/image28.png" Type="http://schemas.openxmlformats.org/officeDocument/2006/relationships/image"/><Relationship Id="rId20" Target="../media/image46.png" Type="http://schemas.openxmlformats.org/officeDocument/2006/relationships/image"/><Relationship Id="rId21" Target="../media/image47.svg" Type="http://schemas.openxmlformats.org/officeDocument/2006/relationships/image"/><Relationship Id="rId22" Target="../media/image48.png" Type="http://schemas.openxmlformats.org/officeDocument/2006/relationships/image"/><Relationship Id="rId23" Target="../media/image49.svg" Type="http://schemas.openxmlformats.org/officeDocument/2006/relationships/image"/><Relationship Id="rId24" Target="../media/image50.png" Type="http://schemas.openxmlformats.org/officeDocument/2006/relationships/image"/><Relationship Id="rId25" Target="../media/image51.svg" Type="http://schemas.openxmlformats.org/officeDocument/2006/relationships/image"/><Relationship Id="rId26" Target="../media/image52.png" Type="http://schemas.openxmlformats.org/officeDocument/2006/relationships/image"/><Relationship Id="rId27" Target="../media/image53.svg" Type="http://schemas.openxmlformats.org/officeDocument/2006/relationships/image"/><Relationship Id="rId28" Target="../media/image54.png" Type="http://schemas.openxmlformats.org/officeDocument/2006/relationships/image"/><Relationship Id="rId29" Target="../media/image55.sv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2.png" Type="http://schemas.openxmlformats.org/officeDocument/2006/relationships/image"/><Relationship Id="rId21" Target="../media/image23.sv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6.png" Type="http://schemas.openxmlformats.org/officeDocument/2006/relationships/image"/><Relationship Id="rId27" Target="../media/image27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66.png" Type="http://schemas.openxmlformats.org/officeDocument/2006/relationships/image"/><Relationship Id="rId15" Target="../media/image67.svg" Type="http://schemas.openxmlformats.org/officeDocument/2006/relationships/image"/><Relationship Id="rId16" Target="../media/image28.png" Type="http://schemas.openxmlformats.org/officeDocument/2006/relationships/image"/><Relationship Id="rId17" Target="../media/image29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2.png" Type="http://schemas.openxmlformats.org/officeDocument/2006/relationships/image"/><Relationship Id="rId21" Target="../media/image23.sv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26" Target="../media/image26.png" Type="http://schemas.openxmlformats.org/officeDocument/2006/relationships/image"/><Relationship Id="rId27" Target="../media/image27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png" Type="http://schemas.openxmlformats.org/officeDocument/2006/relationships/image"/><Relationship Id="rId11" Target="../media/image75.svg" Type="http://schemas.openxmlformats.org/officeDocument/2006/relationships/image"/><Relationship Id="rId12" Target="../media/image76.png" Type="http://schemas.openxmlformats.org/officeDocument/2006/relationships/image"/><Relationship Id="rId13" Target="../media/image77.svg" Type="http://schemas.openxmlformats.org/officeDocument/2006/relationships/image"/><Relationship Id="rId14" Target="../media/image78.jpeg" Type="http://schemas.openxmlformats.org/officeDocument/2006/relationships/image"/><Relationship Id="rId15" Target="../media/image79.png" Type="http://schemas.openxmlformats.org/officeDocument/2006/relationships/image"/><Relationship Id="rId16" Target="../media/image80.png" Type="http://schemas.openxmlformats.org/officeDocument/2006/relationships/image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83.png" Type="http://schemas.openxmlformats.org/officeDocument/2006/relationships/image"/><Relationship Id="rId5" Target="../media/image84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87.png" Type="http://schemas.openxmlformats.org/officeDocument/2006/relationships/image"/><Relationship Id="rId9" Target="../media/image8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9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9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9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9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9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svg" Type="http://schemas.openxmlformats.org/officeDocument/2006/relationships/image"/><Relationship Id="rId12" Target="../media/image104.png" Type="http://schemas.openxmlformats.org/officeDocument/2006/relationships/image"/><Relationship Id="rId13" Target="../media/image105.svg" Type="http://schemas.openxmlformats.org/officeDocument/2006/relationships/image"/><Relationship Id="rId14" Target="../media/image106.jpeg" Type="http://schemas.openxmlformats.org/officeDocument/2006/relationships/image"/><Relationship Id="rId15" Target="../media/VAGAoY2TRew.mp4" Type="http://schemas.openxmlformats.org/officeDocument/2006/relationships/video"/><Relationship Id="rId16" Target="../media/VAGAoY2TRew.mp4" Type="http://schemas.microsoft.com/office/2007/relationships/media"/><Relationship Id="rId2" Target="../media/image96.png" Type="http://schemas.openxmlformats.org/officeDocument/2006/relationships/image"/><Relationship Id="rId3" Target="../media/image97.svg" Type="http://schemas.openxmlformats.org/officeDocument/2006/relationships/image"/><Relationship Id="rId4" Target="../media/image98.png" Type="http://schemas.openxmlformats.org/officeDocument/2006/relationships/image"/><Relationship Id="rId5" Target="../media/image99.svg" Type="http://schemas.openxmlformats.org/officeDocument/2006/relationships/image"/><Relationship Id="rId6" Target="../media/image100.png" Type="http://schemas.openxmlformats.org/officeDocument/2006/relationships/image"/><Relationship Id="rId7" Target="../media/image101.svg" Type="http://schemas.openxmlformats.org/officeDocument/2006/relationships/image"/><Relationship Id="rId8" Target="../media/image102.png" Type="http://schemas.openxmlformats.org/officeDocument/2006/relationships/image"/><Relationship Id="rId9" Target="../media/image10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7.png" Type="http://schemas.openxmlformats.org/officeDocument/2006/relationships/image"/><Relationship Id="rId3" Target="../media/image10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9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2.png" Type="http://schemas.openxmlformats.org/officeDocument/2006/relationships/image"/><Relationship Id="rId22" Target="../media/image23.svg" Type="http://schemas.openxmlformats.org/officeDocument/2006/relationships/image"/><Relationship Id="rId23" Target="../media/image20.png" Type="http://schemas.openxmlformats.org/officeDocument/2006/relationships/image"/><Relationship Id="rId24" Target="../media/image2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5548" y="2743482"/>
            <a:ext cx="13976904" cy="7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sz="4509">
                <a:solidFill>
                  <a:srgbClr val="FFFFFF"/>
                </a:solidFill>
                <a:latin typeface="Drukaatie Burti"/>
              </a:rPr>
              <a:t>Progetto di Information Visualization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32086" y="3579299"/>
            <a:ext cx="14444493" cy="19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9"/>
              </a:lnSpc>
            </a:pPr>
            <a:r>
              <a:rPr lang="en-US" sz="13365" spc="-534">
                <a:solidFill>
                  <a:srgbClr val="FBE675"/>
                </a:solidFill>
                <a:latin typeface="Gaegu Bold"/>
              </a:rPr>
              <a:t>RegoliAMO Application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21006" y="6833604"/>
            <a:ext cx="4376866" cy="2461987"/>
          </a:xfrm>
          <a:custGeom>
            <a:avLst/>
            <a:gdLst/>
            <a:ahLst/>
            <a:cxnLst/>
            <a:rect r="r" b="b" t="t" l="l"/>
            <a:pathLst>
              <a:path h="2461987" w="4376866">
                <a:moveTo>
                  <a:pt x="0" y="0"/>
                </a:moveTo>
                <a:lnTo>
                  <a:pt x="4376866" y="0"/>
                </a:lnTo>
                <a:lnTo>
                  <a:pt x="4376866" y="2461987"/>
                </a:lnTo>
                <a:lnTo>
                  <a:pt x="0" y="2461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80626" y="8470217"/>
            <a:ext cx="8204204" cy="1469390"/>
            <a:chOff x="0" y="0"/>
            <a:chExt cx="5244017" cy="9392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44017" cy="939214"/>
            </a:xfrm>
            <a:custGeom>
              <a:avLst/>
              <a:gdLst/>
              <a:ahLst/>
              <a:cxnLst/>
              <a:rect r="r" b="b" t="t" l="l"/>
              <a:pathLst>
                <a:path h="939214" w="5244017">
                  <a:moveTo>
                    <a:pt x="5040817" y="0"/>
                  </a:moveTo>
                  <a:cubicBezTo>
                    <a:pt x="5153041" y="0"/>
                    <a:pt x="5244017" y="210250"/>
                    <a:pt x="5244017" y="469607"/>
                  </a:cubicBezTo>
                  <a:cubicBezTo>
                    <a:pt x="5244017" y="728964"/>
                    <a:pt x="5153041" y="939214"/>
                    <a:pt x="5040817" y="939214"/>
                  </a:cubicBezTo>
                  <a:lnTo>
                    <a:pt x="203200" y="939214"/>
                  </a:lnTo>
                  <a:cubicBezTo>
                    <a:pt x="90976" y="939214"/>
                    <a:pt x="0" y="728964"/>
                    <a:pt x="0" y="469607"/>
                  </a:cubicBezTo>
                  <a:cubicBezTo>
                    <a:pt x="0" y="21025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5244017" cy="103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943124" y="8744536"/>
            <a:ext cx="3029211" cy="2109433"/>
          </a:xfrm>
          <a:custGeom>
            <a:avLst/>
            <a:gdLst/>
            <a:ahLst/>
            <a:cxnLst/>
            <a:rect r="r" b="b" t="t" l="l"/>
            <a:pathLst>
              <a:path h="2109433" w="3029211">
                <a:moveTo>
                  <a:pt x="0" y="0"/>
                </a:moveTo>
                <a:lnTo>
                  <a:pt x="3029211" y="0"/>
                </a:lnTo>
                <a:lnTo>
                  <a:pt x="3029211" y="2109433"/>
                </a:lnTo>
                <a:lnTo>
                  <a:pt x="0" y="2109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5055" y="3879780"/>
            <a:ext cx="1749485" cy="2454635"/>
          </a:xfrm>
          <a:custGeom>
            <a:avLst/>
            <a:gdLst/>
            <a:ahLst/>
            <a:cxnLst/>
            <a:rect r="r" b="b" t="t" l="l"/>
            <a:pathLst>
              <a:path h="2454635" w="1749485">
                <a:moveTo>
                  <a:pt x="0" y="0"/>
                </a:moveTo>
                <a:lnTo>
                  <a:pt x="1749486" y="0"/>
                </a:lnTo>
                <a:lnTo>
                  <a:pt x="1749486" y="2454635"/>
                </a:lnTo>
                <a:lnTo>
                  <a:pt x="0" y="245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875947">
            <a:off x="8557346" y="-338854"/>
            <a:ext cx="2052686" cy="1925792"/>
          </a:xfrm>
          <a:custGeom>
            <a:avLst/>
            <a:gdLst/>
            <a:ahLst/>
            <a:cxnLst/>
            <a:rect r="r" b="b" t="t" l="l"/>
            <a:pathLst>
              <a:path h="1925792" w="2052686">
                <a:moveTo>
                  <a:pt x="0" y="0"/>
                </a:moveTo>
                <a:lnTo>
                  <a:pt x="2052685" y="0"/>
                </a:lnTo>
                <a:lnTo>
                  <a:pt x="2052685" y="1925792"/>
                </a:lnTo>
                <a:lnTo>
                  <a:pt x="0" y="19257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64788" y="-494330"/>
            <a:ext cx="2061148" cy="2057400"/>
          </a:xfrm>
          <a:custGeom>
            <a:avLst/>
            <a:gdLst/>
            <a:ahLst/>
            <a:cxnLst/>
            <a:rect r="r" b="b" t="t" l="l"/>
            <a:pathLst>
              <a:path h="2057400" w="2061148">
                <a:moveTo>
                  <a:pt x="0" y="0"/>
                </a:moveTo>
                <a:lnTo>
                  <a:pt x="2061147" y="0"/>
                </a:lnTo>
                <a:lnTo>
                  <a:pt x="206114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319258">
            <a:off x="16347581" y="5619720"/>
            <a:ext cx="2213721" cy="1964175"/>
          </a:xfrm>
          <a:custGeom>
            <a:avLst/>
            <a:gdLst/>
            <a:ahLst/>
            <a:cxnLst/>
            <a:rect r="r" b="b" t="t" l="l"/>
            <a:pathLst>
              <a:path h="1964175" w="2213721">
                <a:moveTo>
                  <a:pt x="0" y="0"/>
                </a:moveTo>
                <a:lnTo>
                  <a:pt x="2213721" y="0"/>
                </a:lnTo>
                <a:lnTo>
                  <a:pt x="2213721" y="1964175"/>
                </a:lnTo>
                <a:lnTo>
                  <a:pt x="0" y="19641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20202" y="7985595"/>
            <a:ext cx="1807062" cy="1813658"/>
          </a:xfrm>
          <a:custGeom>
            <a:avLst/>
            <a:gdLst/>
            <a:ahLst/>
            <a:cxnLst/>
            <a:rect r="r" b="b" t="t" l="l"/>
            <a:pathLst>
              <a:path h="1813658" w="1807062">
                <a:moveTo>
                  <a:pt x="0" y="0"/>
                </a:moveTo>
                <a:lnTo>
                  <a:pt x="1807062" y="0"/>
                </a:lnTo>
                <a:lnTo>
                  <a:pt x="1807062" y="1813658"/>
                </a:lnTo>
                <a:lnTo>
                  <a:pt x="0" y="18136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98717" y="-171200"/>
            <a:ext cx="2155724" cy="2069495"/>
          </a:xfrm>
          <a:custGeom>
            <a:avLst/>
            <a:gdLst/>
            <a:ahLst/>
            <a:cxnLst/>
            <a:rect r="r" b="b" t="t" l="l"/>
            <a:pathLst>
              <a:path h="2069495" w="2155724">
                <a:moveTo>
                  <a:pt x="0" y="0"/>
                </a:moveTo>
                <a:lnTo>
                  <a:pt x="2155724" y="0"/>
                </a:lnTo>
                <a:lnTo>
                  <a:pt x="2155724" y="2069495"/>
                </a:lnTo>
                <a:lnTo>
                  <a:pt x="0" y="20694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27141">
            <a:off x="-88250" y="-56339"/>
            <a:ext cx="1988621" cy="2170078"/>
          </a:xfrm>
          <a:custGeom>
            <a:avLst/>
            <a:gdLst/>
            <a:ahLst/>
            <a:cxnLst/>
            <a:rect r="r" b="b" t="t" l="l"/>
            <a:pathLst>
              <a:path h="2170078" w="1988621">
                <a:moveTo>
                  <a:pt x="0" y="0"/>
                </a:moveTo>
                <a:lnTo>
                  <a:pt x="1988621" y="0"/>
                </a:lnTo>
                <a:lnTo>
                  <a:pt x="1988621" y="2170078"/>
                </a:lnTo>
                <a:lnTo>
                  <a:pt x="0" y="21700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76579" y="3648110"/>
            <a:ext cx="3151895" cy="716340"/>
          </a:xfrm>
          <a:custGeom>
            <a:avLst/>
            <a:gdLst/>
            <a:ahLst/>
            <a:cxnLst/>
            <a:rect r="r" b="b" t="t" l="l"/>
            <a:pathLst>
              <a:path h="716340" w="3151895">
                <a:moveTo>
                  <a:pt x="0" y="0"/>
                </a:moveTo>
                <a:lnTo>
                  <a:pt x="3151896" y="0"/>
                </a:lnTo>
                <a:lnTo>
                  <a:pt x="3151896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613473">
            <a:off x="12865629" y="112833"/>
            <a:ext cx="1594887" cy="1417677"/>
          </a:xfrm>
          <a:custGeom>
            <a:avLst/>
            <a:gdLst/>
            <a:ahLst/>
            <a:cxnLst/>
            <a:rect r="r" b="b" t="t" l="l"/>
            <a:pathLst>
              <a:path h="1417677" w="1594887">
                <a:moveTo>
                  <a:pt x="0" y="0"/>
                </a:moveTo>
                <a:lnTo>
                  <a:pt x="1594887" y="0"/>
                </a:lnTo>
                <a:lnTo>
                  <a:pt x="1594887" y="1417677"/>
                </a:lnTo>
                <a:lnTo>
                  <a:pt x="0" y="141767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362020" y="8394017"/>
            <a:ext cx="7570232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82A44"/>
                </a:solidFill>
                <a:latin typeface="Drukaatie Burti"/>
              </a:rPr>
              <a:t>M</a:t>
            </a:r>
            <a:r>
              <a:rPr lang="en-US" sz="2900" strike="noStrike" u="none">
                <a:solidFill>
                  <a:srgbClr val="082A44"/>
                </a:solidFill>
                <a:latin typeface="Drukaatie Burti"/>
              </a:rPr>
              <a:t>ade by </a:t>
            </a:r>
          </a:p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82A44"/>
                </a:solidFill>
                <a:latin typeface="Drukaatie Burti"/>
              </a:rPr>
              <a:t>Coralluzzo Gabriele Vittorio  0522501784</a:t>
            </a:r>
          </a:p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82A44"/>
                </a:solidFill>
                <a:latin typeface="Drukaatie Burti"/>
              </a:rPr>
              <a:t>    Pascale Andrea 0522501610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3124" y="5457533"/>
            <a:ext cx="12401753" cy="127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0"/>
              </a:lnSpc>
              <a:spcBef>
                <a:spcPct val="0"/>
              </a:spcBef>
            </a:pPr>
            <a:r>
              <a:rPr lang="en-US" sz="4867" spc="-194" strike="noStrike" u="none">
                <a:solidFill>
                  <a:srgbClr val="FBE675"/>
                </a:solidFill>
                <a:latin typeface="Gaegu Bold"/>
              </a:rPr>
              <a:t>Applicazione per l’apprendimento infantile della matematica tramite Regoli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0881" y="8470217"/>
            <a:ext cx="3388961" cy="2359949"/>
          </a:xfrm>
          <a:custGeom>
            <a:avLst/>
            <a:gdLst/>
            <a:ahLst/>
            <a:cxnLst/>
            <a:rect r="r" b="b" t="t" l="l"/>
            <a:pathLst>
              <a:path h="2359949" w="3388961">
                <a:moveTo>
                  <a:pt x="0" y="0"/>
                </a:moveTo>
                <a:lnTo>
                  <a:pt x="3388961" y="0"/>
                </a:lnTo>
                <a:lnTo>
                  <a:pt x="3388961" y="2359949"/>
                </a:lnTo>
                <a:lnTo>
                  <a:pt x="0" y="23599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055" y="3879780"/>
            <a:ext cx="1749485" cy="2454635"/>
          </a:xfrm>
          <a:custGeom>
            <a:avLst/>
            <a:gdLst/>
            <a:ahLst/>
            <a:cxnLst/>
            <a:rect r="r" b="b" t="t" l="l"/>
            <a:pathLst>
              <a:path h="2454635" w="1749485">
                <a:moveTo>
                  <a:pt x="0" y="0"/>
                </a:moveTo>
                <a:lnTo>
                  <a:pt x="1749486" y="0"/>
                </a:lnTo>
                <a:lnTo>
                  <a:pt x="1749486" y="2454635"/>
                </a:lnTo>
                <a:lnTo>
                  <a:pt x="0" y="245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75947">
            <a:off x="8557346" y="-338854"/>
            <a:ext cx="2052686" cy="1925792"/>
          </a:xfrm>
          <a:custGeom>
            <a:avLst/>
            <a:gdLst/>
            <a:ahLst/>
            <a:cxnLst/>
            <a:rect r="r" b="b" t="t" l="l"/>
            <a:pathLst>
              <a:path h="1925792" w="2052686">
                <a:moveTo>
                  <a:pt x="0" y="0"/>
                </a:moveTo>
                <a:lnTo>
                  <a:pt x="2052685" y="0"/>
                </a:lnTo>
                <a:lnTo>
                  <a:pt x="2052685" y="1925792"/>
                </a:lnTo>
                <a:lnTo>
                  <a:pt x="0" y="1925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64788" y="-494330"/>
            <a:ext cx="2061148" cy="2057400"/>
          </a:xfrm>
          <a:custGeom>
            <a:avLst/>
            <a:gdLst/>
            <a:ahLst/>
            <a:cxnLst/>
            <a:rect r="r" b="b" t="t" l="l"/>
            <a:pathLst>
              <a:path h="2057400" w="2061148">
                <a:moveTo>
                  <a:pt x="0" y="0"/>
                </a:moveTo>
                <a:lnTo>
                  <a:pt x="2061147" y="0"/>
                </a:lnTo>
                <a:lnTo>
                  <a:pt x="206114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319258">
            <a:off x="16347581" y="5619720"/>
            <a:ext cx="2213721" cy="1964175"/>
          </a:xfrm>
          <a:custGeom>
            <a:avLst/>
            <a:gdLst/>
            <a:ahLst/>
            <a:cxnLst/>
            <a:rect r="r" b="b" t="t" l="l"/>
            <a:pathLst>
              <a:path h="1964175" w="2213721">
                <a:moveTo>
                  <a:pt x="0" y="0"/>
                </a:moveTo>
                <a:lnTo>
                  <a:pt x="2213721" y="0"/>
                </a:lnTo>
                <a:lnTo>
                  <a:pt x="2213721" y="1964175"/>
                </a:lnTo>
                <a:lnTo>
                  <a:pt x="0" y="1964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0202" y="7985595"/>
            <a:ext cx="1807062" cy="1813658"/>
          </a:xfrm>
          <a:custGeom>
            <a:avLst/>
            <a:gdLst/>
            <a:ahLst/>
            <a:cxnLst/>
            <a:rect r="r" b="b" t="t" l="l"/>
            <a:pathLst>
              <a:path h="1813658" w="1807062">
                <a:moveTo>
                  <a:pt x="0" y="0"/>
                </a:moveTo>
                <a:lnTo>
                  <a:pt x="1807062" y="0"/>
                </a:lnTo>
                <a:lnTo>
                  <a:pt x="1807062" y="1813658"/>
                </a:lnTo>
                <a:lnTo>
                  <a:pt x="0" y="18136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8717" y="-171200"/>
            <a:ext cx="2155724" cy="2069495"/>
          </a:xfrm>
          <a:custGeom>
            <a:avLst/>
            <a:gdLst/>
            <a:ahLst/>
            <a:cxnLst/>
            <a:rect r="r" b="b" t="t" l="l"/>
            <a:pathLst>
              <a:path h="2069495" w="2155724">
                <a:moveTo>
                  <a:pt x="0" y="0"/>
                </a:moveTo>
                <a:lnTo>
                  <a:pt x="2155724" y="0"/>
                </a:lnTo>
                <a:lnTo>
                  <a:pt x="2155724" y="2069495"/>
                </a:lnTo>
                <a:lnTo>
                  <a:pt x="0" y="20694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27141">
            <a:off x="-88250" y="-56339"/>
            <a:ext cx="1988621" cy="2170078"/>
          </a:xfrm>
          <a:custGeom>
            <a:avLst/>
            <a:gdLst/>
            <a:ahLst/>
            <a:cxnLst/>
            <a:rect r="r" b="b" t="t" l="l"/>
            <a:pathLst>
              <a:path h="2170078" w="1988621">
                <a:moveTo>
                  <a:pt x="0" y="0"/>
                </a:moveTo>
                <a:lnTo>
                  <a:pt x="1988621" y="0"/>
                </a:lnTo>
                <a:lnTo>
                  <a:pt x="1988621" y="2170078"/>
                </a:lnTo>
                <a:lnTo>
                  <a:pt x="0" y="21700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76579" y="3648110"/>
            <a:ext cx="3151895" cy="716340"/>
          </a:xfrm>
          <a:custGeom>
            <a:avLst/>
            <a:gdLst/>
            <a:ahLst/>
            <a:cxnLst/>
            <a:rect r="r" b="b" t="t" l="l"/>
            <a:pathLst>
              <a:path h="716340" w="3151895">
                <a:moveTo>
                  <a:pt x="0" y="0"/>
                </a:moveTo>
                <a:lnTo>
                  <a:pt x="3151896" y="0"/>
                </a:lnTo>
                <a:lnTo>
                  <a:pt x="3151896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845732">
            <a:off x="8218142" y="9320829"/>
            <a:ext cx="2133715" cy="1237555"/>
          </a:xfrm>
          <a:custGeom>
            <a:avLst/>
            <a:gdLst/>
            <a:ahLst/>
            <a:cxnLst/>
            <a:rect r="r" b="b" t="t" l="l"/>
            <a:pathLst>
              <a:path h="1237555" w="2133715">
                <a:moveTo>
                  <a:pt x="0" y="0"/>
                </a:moveTo>
                <a:lnTo>
                  <a:pt x="2133714" y="0"/>
                </a:lnTo>
                <a:lnTo>
                  <a:pt x="2133714" y="1237555"/>
                </a:lnTo>
                <a:lnTo>
                  <a:pt x="0" y="123755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613473">
            <a:off x="12865629" y="112833"/>
            <a:ext cx="1594887" cy="1417677"/>
          </a:xfrm>
          <a:custGeom>
            <a:avLst/>
            <a:gdLst/>
            <a:ahLst/>
            <a:cxnLst/>
            <a:rect r="r" b="b" t="t" l="l"/>
            <a:pathLst>
              <a:path h="1417677" w="1594887">
                <a:moveTo>
                  <a:pt x="0" y="0"/>
                </a:moveTo>
                <a:lnTo>
                  <a:pt x="1594887" y="0"/>
                </a:lnTo>
                <a:lnTo>
                  <a:pt x="1594887" y="1417677"/>
                </a:lnTo>
                <a:lnTo>
                  <a:pt x="0" y="141767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24157" y="8892424"/>
            <a:ext cx="2277832" cy="2277832"/>
          </a:xfrm>
          <a:custGeom>
            <a:avLst/>
            <a:gdLst/>
            <a:ahLst/>
            <a:cxnLst/>
            <a:rect r="r" b="b" t="t" l="l"/>
            <a:pathLst>
              <a:path h="2277832" w="2277832">
                <a:moveTo>
                  <a:pt x="0" y="0"/>
                </a:moveTo>
                <a:lnTo>
                  <a:pt x="2277832" y="0"/>
                </a:lnTo>
                <a:lnTo>
                  <a:pt x="2277832" y="2277832"/>
                </a:lnTo>
                <a:lnTo>
                  <a:pt x="0" y="227783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671134">
            <a:off x="16370130" y="8702324"/>
            <a:ext cx="1503772" cy="2057400"/>
          </a:xfrm>
          <a:custGeom>
            <a:avLst/>
            <a:gdLst/>
            <a:ahLst/>
            <a:cxnLst/>
            <a:rect r="r" b="b" t="t" l="l"/>
            <a:pathLst>
              <a:path h="2057400" w="1503772">
                <a:moveTo>
                  <a:pt x="0" y="0"/>
                </a:moveTo>
                <a:lnTo>
                  <a:pt x="1503772" y="0"/>
                </a:lnTo>
                <a:lnTo>
                  <a:pt x="150377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55548" y="2354839"/>
            <a:ext cx="13976904" cy="7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155548" y="4431125"/>
            <a:ext cx="13976904" cy="19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9"/>
              </a:lnSpc>
            </a:pPr>
            <a:r>
              <a:rPr lang="en-US" sz="13365" spc="-534">
                <a:solidFill>
                  <a:srgbClr val="FBE675"/>
                </a:solidFill>
                <a:latin typeface="Gaegu Bold"/>
              </a:rPr>
              <a:t>INTRODUZIONE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328514">
            <a:off x="7738554" y="-211483"/>
            <a:ext cx="971559" cy="948595"/>
          </a:xfrm>
          <a:custGeom>
            <a:avLst/>
            <a:gdLst/>
            <a:ahLst/>
            <a:cxnLst/>
            <a:rect r="r" b="b" t="t" l="l"/>
            <a:pathLst>
              <a:path h="948595" w="971559">
                <a:moveTo>
                  <a:pt x="0" y="0"/>
                </a:moveTo>
                <a:lnTo>
                  <a:pt x="971559" y="0"/>
                </a:lnTo>
                <a:lnTo>
                  <a:pt x="971559" y="948595"/>
                </a:lnTo>
                <a:lnTo>
                  <a:pt x="0" y="948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48732">
            <a:off x="5332639" y="7404"/>
            <a:ext cx="821859" cy="808410"/>
          </a:xfrm>
          <a:custGeom>
            <a:avLst/>
            <a:gdLst/>
            <a:ahLst/>
            <a:cxnLst/>
            <a:rect r="r" b="b" t="t" l="l"/>
            <a:pathLst>
              <a:path h="808410" w="821859">
                <a:moveTo>
                  <a:pt x="0" y="0"/>
                </a:moveTo>
                <a:lnTo>
                  <a:pt x="821859" y="0"/>
                </a:lnTo>
                <a:lnTo>
                  <a:pt x="821859" y="808411"/>
                </a:lnTo>
                <a:lnTo>
                  <a:pt x="0" y="8084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93260">
            <a:off x="10150374" y="-269293"/>
            <a:ext cx="1203019" cy="971164"/>
          </a:xfrm>
          <a:custGeom>
            <a:avLst/>
            <a:gdLst/>
            <a:ahLst/>
            <a:cxnLst/>
            <a:rect r="r" b="b" t="t" l="l"/>
            <a:pathLst>
              <a:path h="971164" w="1203019">
                <a:moveTo>
                  <a:pt x="0" y="0"/>
                </a:moveTo>
                <a:lnTo>
                  <a:pt x="1203018" y="0"/>
                </a:lnTo>
                <a:lnTo>
                  <a:pt x="1203018" y="971164"/>
                </a:lnTo>
                <a:lnTo>
                  <a:pt x="0" y="9711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777368">
            <a:off x="38196" y="-186767"/>
            <a:ext cx="899163" cy="899163"/>
          </a:xfrm>
          <a:custGeom>
            <a:avLst/>
            <a:gdLst/>
            <a:ahLst/>
            <a:cxnLst/>
            <a:rect r="r" b="b" t="t" l="l"/>
            <a:pathLst>
              <a:path h="899163" w="899163">
                <a:moveTo>
                  <a:pt x="0" y="0"/>
                </a:moveTo>
                <a:lnTo>
                  <a:pt x="899163" y="0"/>
                </a:lnTo>
                <a:lnTo>
                  <a:pt x="899163" y="899163"/>
                </a:lnTo>
                <a:lnTo>
                  <a:pt x="0" y="8991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855143">
            <a:off x="2552951" y="-504013"/>
            <a:ext cx="980101" cy="1684548"/>
          </a:xfrm>
          <a:custGeom>
            <a:avLst/>
            <a:gdLst/>
            <a:ahLst/>
            <a:cxnLst/>
            <a:rect r="r" b="b" t="t" l="l"/>
            <a:pathLst>
              <a:path h="1684548" w="980101">
                <a:moveTo>
                  <a:pt x="980101" y="0"/>
                </a:moveTo>
                <a:lnTo>
                  <a:pt x="0" y="0"/>
                </a:lnTo>
                <a:lnTo>
                  <a:pt x="0" y="1684548"/>
                </a:lnTo>
                <a:lnTo>
                  <a:pt x="980101" y="1684548"/>
                </a:lnTo>
                <a:lnTo>
                  <a:pt x="9801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905822">
            <a:off x="15279370" y="68103"/>
            <a:ext cx="1085796" cy="687013"/>
          </a:xfrm>
          <a:custGeom>
            <a:avLst/>
            <a:gdLst/>
            <a:ahLst/>
            <a:cxnLst/>
            <a:rect r="r" b="b" t="t" l="l"/>
            <a:pathLst>
              <a:path h="687013" w="1085796">
                <a:moveTo>
                  <a:pt x="0" y="0"/>
                </a:moveTo>
                <a:lnTo>
                  <a:pt x="1085796" y="0"/>
                </a:lnTo>
                <a:lnTo>
                  <a:pt x="1085796" y="687013"/>
                </a:lnTo>
                <a:lnTo>
                  <a:pt x="0" y="6870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413241">
            <a:off x="17729542" y="107732"/>
            <a:ext cx="793884" cy="854474"/>
          </a:xfrm>
          <a:custGeom>
            <a:avLst/>
            <a:gdLst/>
            <a:ahLst/>
            <a:cxnLst/>
            <a:rect r="r" b="b" t="t" l="l"/>
            <a:pathLst>
              <a:path h="854474" w="793884">
                <a:moveTo>
                  <a:pt x="0" y="0"/>
                </a:moveTo>
                <a:lnTo>
                  <a:pt x="793885" y="0"/>
                </a:lnTo>
                <a:lnTo>
                  <a:pt x="793885" y="854474"/>
                </a:lnTo>
                <a:lnTo>
                  <a:pt x="0" y="8544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800185">
            <a:off x="12866118" y="-97571"/>
            <a:ext cx="988688" cy="1041721"/>
          </a:xfrm>
          <a:custGeom>
            <a:avLst/>
            <a:gdLst/>
            <a:ahLst/>
            <a:cxnLst/>
            <a:rect r="r" b="b" t="t" l="l"/>
            <a:pathLst>
              <a:path h="1041721" w="988688">
                <a:moveTo>
                  <a:pt x="0" y="0"/>
                </a:moveTo>
                <a:lnTo>
                  <a:pt x="988688" y="0"/>
                </a:lnTo>
                <a:lnTo>
                  <a:pt x="988688" y="1041721"/>
                </a:lnTo>
                <a:lnTo>
                  <a:pt x="0" y="104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3978358">
            <a:off x="238843" y="9178221"/>
            <a:ext cx="746338" cy="1282768"/>
          </a:xfrm>
          <a:custGeom>
            <a:avLst/>
            <a:gdLst/>
            <a:ahLst/>
            <a:cxnLst/>
            <a:rect r="r" b="b" t="t" l="l"/>
            <a:pathLst>
              <a:path h="1282768" w="746338">
                <a:moveTo>
                  <a:pt x="746337" y="0"/>
                </a:moveTo>
                <a:lnTo>
                  <a:pt x="0" y="0"/>
                </a:lnTo>
                <a:lnTo>
                  <a:pt x="0" y="1282768"/>
                </a:lnTo>
                <a:lnTo>
                  <a:pt x="746337" y="1282768"/>
                </a:lnTo>
                <a:lnTo>
                  <a:pt x="746337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669255">
            <a:off x="2771887" y="9624145"/>
            <a:ext cx="1193595" cy="1165383"/>
          </a:xfrm>
          <a:custGeom>
            <a:avLst/>
            <a:gdLst/>
            <a:ahLst/>
            <a:cxnLst/>
            <a:rect r="r" b="b" t="t" l="l"/>
            <a:pathLst>
              <a:path h="1165383" w="1193595">
                <a:moveTo>
                  <a:pt x="0" y="0"/>
                </a:moveTo>
                <a:lnTo>
                  <a:pt x="1193595" y="0"/>
                </a:lnTo>
                <a:lnTo>
                  <a:pt x="1193595" y="1165383"/>
                </a:lnTo>
                <a:lnTo>
                  <a:pt x="0" y="11653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74905">
            <a:off x="17149404" y="9221212"/>
            <a:ext cx="1411269" cy="1168502"/>
          </a:xfrm>
          <a:custGeom>
            <a:avLst/>
            <a:gdLst/>
            <a:ahLst/>
            <a:cxnLst/>
            <a:rect r="r" b="b" t="t" l="l"/>
            <a:pathLst>
              <a:path h="1168502" w="1411269">
                <a:moveTo>
                  <a:pt x="0" y="0"/>
                </a:moveTo>
                <a:lnTo>
                  <a:pt x="1411270" y="0"/>
                </a:lnTo>
                <a:lnTo>
                  <a:pt x="1411270" y="1168501"/>
                </a:lnTo>
                <a:lnTo>
                  <a:pt x="0" y="116850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142565">
            <a:off x="14224869" y="9490438"/>
            <a:ext cx="1520228" cy="961890"/>
          </a:xfrm>
          <a:custGeom>
            <a:avLst/>
            <a:gdLst/>
            <a:ahLst/>
            <a:cxnLst/>
            <a:rect r="r" b="b" t="t" l="l"/>
            <a:pathLst>
              <a:path h="961890" w="1520228">
                <a:moveTo>
                  <a:pt x="0" y="0"/>
                </a:moveTo>
                <a:lnTo>
                  <a:pt x="1520228" y="0"/>
                </a:lnTo>
                <a:lnTo>
                  <a:pt x="1520228" y="961890"/>
                </a:lnTo>
                <a:lnTo>
                  <a:pt x="0" y="96189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8244800">
            <a:off x="5617287" y="9362189"/>
            <a:ext cx="823682" cy="886546"/>
          </a:xfrm>
          <a:custGeom>
            <a:avLst/>
            <a:gdLst/>
            <a:ahLst/>
            <a:cxnLst/>
            <a:rect r="r" b="b" t="t" l="l"/>
            <a:pathLst>
              <a:path h="886546" w="823682">
                <a:moveTo>
                  <a:pt x="0" y="0"/>
                </a:moveTo>
                <a:lnTo>
                  <a:pt x="823682" y="0"/>
                </a:lnTo>
                <a:lnTo>
                  <a:pt x="823682" y="886546"/>
                </a:lnTo>
                <a:lnTo>
                  <a:pt x="0" y="8865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275575">
            <a:off x="11490408" y="9355593"/>
            <a:ext cx="890883" cy="1310122"/>
          </a:xfrm>
          <a:custGeom>
            <a:avLst/>
            <a:gdLst/>
            <a:ahLst/>
            <a:cxnLst/>
            <a:rect r="r" b="b" t="t" l="l"/>
            <a:pathLst>
              <a:path h="1310122" w="890883">
                <a:moveTo>
                  <a:pt x="0" y="0"/>
                </a:moveTo>
                <a:lnTo>
                  <a:pt x="890883" y="0"/>
                </a:lnTo>
                <a:lnTo>
                  <a:pt x="890883" y="1310121"/>
                </a:lnTo>
                <a:lnTo>
                  <a:pt x="0" y="131012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362912">
            <a:off x="8180559" y="9714910"/>
            <a:ext cx="1618500" cy="591488"/>
          </a:xfrm>
          <a:custGeom>
            <a:avLst/>
            <a:gdLst/>
            <a:ahLst/>
            <a:cxnLst/>
            <a:rect r="r" b="b" t="t" l="l"/>
            <a:pathLst>
              <a:path h="591488" w="1618500">
                <a:moveTo>
                  <a:pt x="0" y="0"/>
                </a:moveTo>
                <a:lnTo>
                  <a:pt x="1618500" y="0"/>
                </a:lnTo>
                <a:lnTo>
                  <a:pt x="1618500" y="591488"/>
                </a:lnTo>
                <a:lnTo>
                  <a:pt x="0" y="591488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95164" y="4867475"/>
            <a:ext cx="1549767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FFFFF"/>
                </a:solidFill>
                <a:latin typeface="Gaegu Bold"/>
              </a:rPr>
              <a:t>L'apprendimento della matematica nei primi anni di vita riveste un'importanza cruciale nel plasmare il pensiero critico e lo sviluppo cognitivo dei bambini.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5402" y="1311480"/>
            <a:ext cx="16777196" cy="166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FFFFFF"/>
                </a:solidFill>
                <a:latin typeface="Gaegu Bold"/>
              </a:rPr>
              <a:t>L’IMPORTANZA DELLA MATEMATICA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0881" y="8470217"/>
            <a:ext cx="3388961" cy="2359949"/>
          </a:xfrm>
          <a:custGeom>
            <a:avLst/>
            <a:gdLst/>
            <a:ahLst/>
            <a:cxnLst/>
            <a:rect r="r" b="b" t="t" l="l"/>
            <a:pathLst>
              <a:path h="2359949" w="3388961">
                <a:moveTo>
                  <a:pt x="0" y="0"/>
                </a:moveTo>
                <a:lnTo>
                  <a:pt x="3388961" y="0"/>
                </a:lnTo>
                <a:lnTo>
                  <a:pt x="3388961" y="2359949"/>
                </a:lnTo>
                <a:lnTo>
                  <a:pt x="0" y="23599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055" y="3879780"/>
            <a:ext cx="1749485" cy="2454635"/>
          </a:xfrm>
          <a:custGeom>
            <a:avLst/>
            <a:gdLst/>
            <a:ahLst/>
            <a:cxnLst/>
            <a:rect r="r" b="b" t="t" l="l"/>
            <a:pathLst>
              <a:path h="2454635" w="1749485">
                <a:moveTo>
                  <a:pt x="0" y="0"/>
                </a:moveTo>
                <a:lnTo>
                  <a:pt x="1749486" y="0"/>
                </a:lnTo>
                <a:lnTo>
                  <a:pt x="1749486" y="2454635"/>
                </a:lnTo>
                <a:lnTo>
                  <a:pt x="0" y="245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75947">
            <a:off x="8557346" y="-338854"/>
            <a:ext cx="2052686" cy="1925792"/>
          </a:xfrm>
          <a:custGeom>
            <a:avLst/>
            <a:gdLst/>
            <a:ahLst/>
            <a:cxnLst/>
            <a:rect r="r" b="b" t="t" l="l"/>
            <a:pathLst>
              <a:path h="1925792" w="2052686">
                <a:moveTo>
                  <a:pt x="0" y="0"/>
                </a:moveTo>
                <a:lnTo>
                  <a:pt x="2052685" y="0"/>
                </a:lnTo>
                <a:lnTo>
                  <a:pt x="2052685" y="1925792"/>
                </a:lnTo>
                <a:lnTo>
                  <a:pt x="0" y="1925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64788" y="-494330"/>
            <a:ext cx="2061148" cy="2057400"/>
          </a:xfrm>
          <a:custGeom>
            <a:avLst/>
            <a:gdLst/>
            <a:ahLst/>
            <a:cxnLst/>
            <a:rect r="r" b="b" t="t" l="l"/>
            <a:pathLst>
              <a:path h="2057400" w="2061148">
                <a:moveTo>
                  <a:pt x="0" y="0"/>
                </a:moveTo>
                <a:lnTo>
                  <a:pt x="2061147" y="0"/>
                </a:lnTo>
                <a:lnTo>
                  <a:pt x="206114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319258">
            <a:off x="16347581" y="5619720"/>
            <a:ext cx="2213721" cy="1964175"/>
          </a:xfrm>
          <a:custGeom>
            <a:avLst/>
            <a:gdLst/>
            <a:ahLst/>
            <a:cxnLst/>
            <a:rect r="r" b="b" t="t" l="l"/>
            <a:pathLst>
              <a:path h="1964175" w="2213721">
                <a:moveTo>
                  <a:pt x="0" y="0"/>
                </a:moveTo>
                <a:lnTo>
                  <a:pt x="2213721" y="0"/>
                </a:lnTo>
                <a:lnTo>
                  <a:pt x="2213721" y="1964175"/>
                </a:lnTo>
                <a:lnTo>
                  <a:pt x="0" y="1964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0202" y="7985595"/>
            <a:ext cx="1807062" cy="1813658"/>
          </a:xfrm>
          <a:custGeom>
            <a:avLst/>
            <a:gdLst/>
            <a:ahLst/>
            <a:cxnLst/>
            <a:rect r="r" b="b" t="t" l="l"/>
            <a:pathLst>
              <a:path h="1813658" w="1807062">
                <a:moveTo>
                  <a:pt x="0" y="0"/>
                </a:moveTo>
                <a:lnTo>
                  <a:pt x="1807062" y="0"/>
                </a:lnTo>
                <a:lnTo>
                  <a:pt x="1807062" y="1813658"/>
                </a:lnTo>
                <a:lnTo>
                  <a:pt x="0" y="18136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8717" y="-171200"/>
            <a:ext cx="2155724" cy="2069495"/>
          </a:xfrm>
          <a:custGeom>
            <a:avLst/>
            <a:gdLst/>
            <a:ahLst/>
            <a:cxnLst/>
            <a:rect r="r" b="b" t="t" l="l"/>
            <a:pathLst>
              <a:path h="2069495" w="2155724">
                <a:moveTo>
                  <a:pt x="0" y="0"/>
                </a:moveTo>
                <a:lnTo>
                  <a:pt x="2155724" y="0"/>
                </a:lnTo>
                <a:lnTo>
                  <a:pt x="2155724" y="2069495"/>
                </a:lnTo>
                <a:lnTo>
                  <a:pt x="0" y="20694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27141">
            <a:off x="-88250" y="-56339"/>
            <a:ext cx="1988621" cy="2170078"/>
          </a:xfrm>
          <a:custGeom>
            <a:avLst/>
            <a:gdLst/>
            <a:ahLst/>
            <a:cxnLst/>
            <a:rect r="r" b="b" t="t" l="l"/>
            <a:pathLst>
              <a:path h="2170078" w="1988621">
                <a:moveTo>
                  <a:pt x="0" y="0"/>
                </a:moveTo>
                <a:lnTo>
                  <a:pt x="1988621" y="0"/>
                </a:lnTo>
                <a:lnTo>
                  <a:pt x="1988621" y="2170078"/>
                </a:lnTo>
                <a:lnTo>
                  <a:pt x="0" y="21700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76579" y="3648110"/>
            <a:ext cx="3151895" cy="716340"/>
          </a:xfrm>
          <a:custGeom>
            <a:avLst/>
            <a:gdLst/>
            <a:ahLst/>
            <a:cxnLst/>
            <a:rect r="r" b="b" t="t" l="l"/>
            <a:pathLst>
              <a:path h="716340" w="3151895">
                <a:moveTo>
                  <a:pt x="0" y="0"/>
                </a:moveTo>
                <a:lnTo>
                  <a:pt x="3151896" y="0"/>
                </a:lnTo>
                <a:lnTo>
                  <a:pt x="3151896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845732">
            <a:off x="8218142" y="9320829"/>
            <a:ext cx="2133715" cy="1237555"/>
          </a:xfrm>
          <a:custGeom>
            <a:avLst/>
            <a:gdLst/>
            <a:ahLst/>
            <a:cxnLst/>
            <a:rect r="r" b="b" t="t" l="l"/>
            <a:pathLst>
              <a:path h="1237555" w="2133715">
                <a:moveTo>
                  <a:pt x="0" y="0"/>
                </a:moveTo>
                <a:lnTo>
                  <a:pt x="2133714" y="0"/>
                </a:lnTo>
                <a:lnTo>
                  <a:pt x="2133714" y="1237555"/>
                </a:lnTo>
                <a:lnTo>
                  <a:pt x="0" y="123755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613473">
            <a:off x="12865629" y="112833"/>
            <a:ext cx="1594887" cy="1417677"/>
          </a:xfrm>
          <a:custGeom>
            <a:avLst/>
            <a:gdLst/>
            <a:ahLst/>
            <a:cxnLst/>
            <a:rect r="r" b="b" t="t" l="l"/>
            <a:pathLst>
              <a:path h="1417677" w="1594887">
                <a:moveTo>
                  <a:pt x="0" y="0"/>
                </a:moveTo>
                <a:lnTo>
                  <a:pt x="1594887" y="0"/>
                </a:lnTo>
                <a:lnTo>
                  <a:pt x="1594887" y="1417677"/>
                </a:lnTo>
                <a:lnTo>
                  <a:pt x="0" y="141767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24157" y="8892424"/>
            <a:ext cx="2277832" cy="2277832"/>
          </a:xfrm>
          <a:custGeom>
            <a:avLst/>
            <a:gdLst/>
            <a:ahLst/>
            <a:cxnLst/>
            <a:rect r="r" b="b" t="t" l="l"/>
            <a:pathLst>
              <a:path h="2277832" w="2277832">
                <a:moveTo>
                  <a:pt x="0" y="0"/>
                </a:moveTo>
                <a:lnTo>
                  <a:pt x="2277832" y="0"/>
                </a:lnTo>
                <a:lnTo>
                  <a:pt x="2277832" y="2277832"/>
                </a:lnTo>
                <a:lnTo>
                  <a:pt x="0" y="227783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671134">
            <a:off x="16370130" y="8702324"/>
            <a:ext cx="1503772" cy="2057400"/>
          </a:xfrm>
          <a:custGeom>
            <a:avLst/>
            <a:gdLst/>
            <a:ahLst/>
            <a:cxnLst/>
            <a:rect r="r" b="b" t="t" l="l"/>
            <a:pathLst>
              <a:path h="2057400" w="1503772">
                <a:moveTo>
                  <a:pt x="0" y="0"/>
                </a:moveTo>
                <a:lnTo>
                  <a:pt x="1503772" y="0"/>
                </a:lnTo>
                <a:lnTo>
                  <a:pt x="150377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55548" y="2354839"/>
            <a:ext cx="13976904" cy="7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155548" y="3679698"/>
            <a:ext cx="13976904" cy="349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9"/>
              </a:lnSpc>
            </a:pPr>
            <a:r>
              <a:rPr lang="en-US" sz="13365" spc="-534">
                <a:solidFill>
                  <a:srgbClr val="FBE675"/>
                </a:solidFill>
                <a:latin typeface="Gaegu Bold"/>
              </a:rPr>
              <a:t>OBIETTIVO DEL PROGETTO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7525">
            <a:off x="13522480" y="-338555"/>
            <a:ext cx="1241580" cy="1221263"/>
          </a:xfrm>
          <a:custGeom>
            <a:avLst/>
            <a:gdLst/>
            <a:ahLst/>
            <a:cxnLst/>
            <a:rect r="r" b="b" t="t" l="l"/>
            <a:pathLst>
              <a:path h="1221263" w="1241580">
                <a:moveTo>
                  <a:pt x="0" y="0"/>
                </a:moveTo>
                <a:lnTo>
                  <a:pt x="1241580" y="0"/>
                </a:lnTo>
                <a:lnTo>
                  <a:pt x="1241580" y="1221264"/>
                </a:lnTo>
                <a:lnTo>
                  <a:pt x="0" y="1221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64629">
            <a:off x="13007034" y="432635"/>
            <a:ext cx="1590841" cy="1090449"/>
          </a:xfrm>
          <a:custGeom>
            <a:avLst/>
            <a:gdLst/>
            <a:ahLst/>
            <a:cxnLst/>
            <a:rect r="r" b="b" t="t" l="l"/>
            <a:pathLst>
              <a:path h="1090449" w="1590841">
                <a:moveTo>
                  <a:pt x="0" y="0"/>
                </a:moveTo>
                <a:lnTo>
                  <a:pt x="1590840" y="0"/>
                </a:lnTo>
                <a:lnTo>
                  <a:pt x="1590840" y="1090449"/>
                </a:lnTo>
                <a:lnTo>
                  <a:pt x="0" y="1090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4926941">
            <a:off x="5583680" y="-782097"/>
            <a:ext cx="1379048" cy="2370239"/>
          </a:xfrm>
          <a:custGeom>
            <a:avLst/>
            <a:gdLst/>
            <a:ahLst/>
            <a:cxnLst/>
            <a:rect r="r" b="b" t="t" l="l"/>
            <a:pathLst>
              <a:path h="2370239" w="1379048">
                <a:moveTo>
                  <a:pt x="1379049" y="0"/>
                </a:moveTo>
                <a:lnTo>
                  <a:pt x="0" y="0"/>
                </a:lnTo>
                <a:lnTo>
                  <a:pt x="0" y="2370239"/>
                </a:lnTo>
                <a:lnTo>
                  <a:pt x="1379049" y="2370239"/>
                </a:lnTo>
                <a:lnTo>
                  <a:pt x="137904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733573">
            <a:off x="14389376" y="9440340"/>
            <a:ext cx="1403145" cy="1380185"/>
          </a:xfrm>
          <a:custGeom>
            <a:avLst/>
            <a:gdLst/>
            <a:ahLst/>
            <a:cxnLst/>
            <a:rect r="r" b="b" t="t" l="l"/>
            <a:pathLst>
              <a:path h="1380185" w="1403145">
                <a:moveTo>
                  <a:pt x="0" y="0"/>
                </a:moveTo>
                <a:lnTo>
                  <a:pt x="1403145" y="0"/>
                </a:lnTo>
                <a:lnTo>
                  <a:pt x="1403145" y="1380184"/>
                </a:lnTo>
                <a:lnTo>
                  <a:pt x="0" y="1380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3128">
            <a:off x="4234793" y="9688062"/>
            <a:ext cx="1539821" cy="562735"/>
          </a:xfrm>
          <a:custGeom>
            <a:avLst/>
            <a:gdLst/>
            <a:ahLst/>
            <a:cxnLst/>
            <a:rect r="r" b="b" t="t" l="l"/>
            <a:pathLst>
              <a:path h="562735" w="1539821">
                <a:moveTo>
                  <a:pt x="0" y="0"/>
                </a:moveTo>
                <a:lnTo>
                  <a:pt x="1539821" y="0"/>
                </a:lnTo>
                <a:lnTo>
                  <a:pt x="1539821" y="562734"/>
                </a:lnTo>
                <a:lnTo>
                  <a:pt x="0" y="562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331250">
            <a:off x="-137051" y="5651612"/>
            <a:ext cx="1315850" cy="1062250"/>
          </a:xfrm>
          <a:custGeom>
            <a:avLst/>
            <a:gdLst/>
            <a:ahLst/>
            <a:cxnLst/>
            <a:rect r="r" b="b" t="t" l="l"/>
            <a:pathLst>
              <a:path h="1062250" w="1315850">
                <a:moveTo>
                  <a:pt x="0" y="0"/>
                </a:moveTo>
                <a:lnTo>
                  <a:pt x="1315850" y="0"/>
                </a:lnTo>
                <a:lnTo>
                  <a:pt x="1315850" y="1062250"/>
                </a:lnTo>
                <a:lnTo>
                  <a:pt x="0" y="1062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628841">
            <a:off x="-515323" y="4612927"/>
            <a:ext cx="1538166" cy="819423"/>
          </a:xfrm>
          <a:custGeom>
            <a:avLst/>
            <a:gdLst/>
            <a:ahLst/>
            <a:cxnLst/>
            <a:rect r="r" b="b" t="t" l="l"/>
            <a:pathLst>
              <a:path h="819423" w="1538166">
                <a:moveTo>
                  <a:pt x="0" y="0"/>
                </a:moveTo>
                <a:lnTo>
                  <a:pt x="1538166" y="0"/>
                </a:lnTo>
                <a:lnTo>
                  <a:pt x="1538166" y="819423"/>
                </a:lnTo>
                <a:lnTo>
                  <a:pt x="0" y="819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328514">
            <a:off x="17217873" y="4742707"/>
            <a:ext cx="1222922" cy="1194017"/>
          </a:xfrm>
          <a:custGeom>
            <a:avLst/>
            <a:gdLst/>
            <a:ahLst/>
            <a:cxnLst/>
            <a:rect r="r" b="b" t="t" l="l"/>
            <a:pathLst>
              <a:path h="1194017" w="1222922">
                <a:moveTo>
                  <a:pt x="0" y="0"/>
                </a:moveTo>
                <a:lnTo>
                  <a:pt x="1222922" y="0"/>
                </a:lnTo>
                <a:lnTo>
                  <a:pt x="1222922" y="1194016"/>
                </a:lnTo>
                <a:lnTo>
                  <a:pt x="0" y="11940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67284" y="3853815"/>
            <a:ext cx="13884146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FFFFFF"/>
                </a:solidFill>
                <a:latin typeface="Gaegu Bold"/>
              </a:rPr>
              <a:t>In questo contesto, </a:t>
            </a:r>
            <a:r>
              <a:rPr lang="en-US" sz="4500" strike="noStrike" u="sng">
                <a:solidFill>
                  <a:srgbClr val="FFFFFF"/>
                </a:solidFill>
                <a:latin typeface="Gaegu Bold"/>
              </a:rPr>
              <a:t>RegoliAMO</a:t>
            </a:r>
            <a:r>
              <a:rPr lang="en-US" sz="4500" strike="noStrike" u="none">
                <a:solidFill>
                  <a:srgbClr val="FFFFFF"/>
                </a:solidFill>
                <a:latin typeface="Gaegu Bold"/>
              </a:rPr>
              <a:t> si propone di svolgere un ruolo chiave: offrire un approccio innovativo per rendere la matematica accessibile, stimolante e intrinsecamente interessante per i giovani studenti.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00881" y="8470217"/>
            <a:ext cx="3388961" cy="2359949"/>
          </a:xfrm>
          <a:custGeom>
            <a:avLst/>
            <a:gdLst/>
            <a:ahLst/>
            <a:cxnLst/>
            <a:rect r="r" b="b" t="t" l="l"/>
            <a:pathLst>
              <a:path h="2359949" w="3388961">
                <a:moveTo>
                  <a:pt x="0" y="0"/>
                </a:moveTo>
                <a:lnTo>
                  <a:pt x="3388961" y="0"/>
                </a:lnTo>
                <a:lnTo>
                  <a:pt x="3388961" y="2359949"/>
                </a:lnTo>
                <a:lnTo>
                  <a:pt x="0" y="23599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5055" y="3879780"/>
            <a:ext cx="1749485" cy="2454635"/>
          </a:xfrm>
          <a:custGeom>
            <a:avLst/>
            <a:gdLst/>
            <a:ahLst/>
            <a:cxnLst/>
            <a:rect r="r" b="b" t="t" l="l"/>
            <a:pathLst>
              <a:path h="2454635" w="1749485">
                <a:moveTo>
                  <a:pt x="0" y="0"/>
                </a:moveTo>
                <a:lnTo>
                  <a:pt x="1749486" y="0"/>
                </a:lnTo>
                <a:lnTo>
                  <a:pt x="1749486" y="2454635"/>
                </a:lnTo>
                <a:lnTo>
                  <a:pt x="0" y="245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75947">
            <a:off x="8557346" y="-338854"/>
            <a:ext cx="2052686" cy="1925792"/>
          </a:xfrm>
          <a:custGeom>
            <a:avLst/>
            <a:gdLst/>
            <a:ahLst/>
            <a:cxnLst/>
            <a:rect r="r" b="b" t="t" l="l"/>
            <a:pathLst>
              <a:path h="1925792" w="2052686">
                <a:moveTo>
                  <a:pt x="0" y="0"/>
                </a:moveTo>
                <a:lnTo>
                  <a:pt x="2052685" y="0"/>
                </a:lnTo>
                <a:lnTo>
                  <a:pt x="2052685" y="1925792"/>
                </a:lnTo>
                <a:lnTo>
                  <a:pt x="0" y="19257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64788" y="-494330"/>
            <a:ext cx="2061148" cy="2057400"/>
          </a:xfrm>
          <a:custGeom>
            <a:avLst/>
            <a:gdLst/>
            <a:ahLst/>
            <a:cxnLst/>
            <a:rect r="r" b="b" t="t" l="l"/>
            <a:pathLst>
              <a:path h="2057400" w="2061148">
                <a:moveTo>
                  <a:pt x="0" y="0"/>
                </a:moveTo>
                <a:lnTo>
                  <a:pt x="2061147" y="0"/>
                </a:lnTo>
                <a:lnTo>
                  <a:pt x="206114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319258">
            <a:off x="16347581" y="5619720"/>
            <a:ext cx="2213721" cy="1964175"/>
          </a:xfrm>
          <a:custGeom>
            <a:avLst/>
            <a:gdLst/>
            <a:ahLst/>
            <a:cxnLst/>
            <a:rect r="r" b="b" t="t" l="l"/>
            <a:pathLst>
              <a:path h="1964175" w="2213721">
                <a:moveTo>
                  <a:pt x="0" y="0"/>
                </a:moveTo>
                <a:lnTo>
                  <a:pt x="2213721" y="0"/>
                </a:lnTo>
                <a:lnTo>
                  <a:pt x="2213721" y="1964175"/>
                </a:lnTo>
                <a:lnTo>
                  <a:pt x="0" y="1964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20202" y="7985595"/>
            <a:ext cx="1807062" cy="1813658"/>
          </a:xfrm>
          <a:custGeom>
            <a:avLst/>
            <a:gdLst/>
            <a:ahLst/>
            <a:cxnLst/>
            <a:rect r="r" b="b" t="t" l="l"/>
            <a:pathLst>
              <a:path h="1813658" w="1807062">
                <a:moveTo>
                  <a:pt x="0" y="0"/>
                </a:moveTo>
                <a:lnTo>
                  <a:pt x="1807062" y="0"/>
                </a:lnTo>
                <a:lnTo>
                  <a:pt x="1807062" y="1813658"/>
                </a:lnTo>
                <a:lnTo>
                  <a:pt x="0" y="18136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98717" y="-171200"/>
            <a:ext cx="2155724" cy="2069495"/>
          </a:xfrm>
          <a:custGeom>
            <a:avLst/>
            <a:gdLst/>
            <a:ahLst/>
            <a:cxnLst/>
            <a:rect r="r" b="b" t="t" l="l"/>
            <a:pathLst>
              <a:path h="2069495" w="2155724">
                <a:moveTo>
                  <a:pt x="0" y="0"/>
                </a:moveTo>
                <a:lnTo>
                  <a:pt x="2155724" y="0"/>
                </a:lnTo>
                <a:lnTo>
                  <a:pt x="2155724" y="2069495"/>
                </a:lnTo>
                <a:lnTo>
                  <a:pt x="0" y="20694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27141">
            <a:off x="-88250" y="-56339"/>
            <a:ext cx="1988621" cy="2170078"/>
          </a:xfrm>
          <a:custGeom>
            <a:avLst/>
            <a:gdLst/>
            <a:ahLst/>
            <a:cxnLst/>
            <a:rect r="r" b="b" t="t" l="l"/>
            <a:pathLst>
              <a:path h="2170078" w="1988621">
                <a:moveTo>
                  <a:pt x="0" y="0"/>
                </a:moveTo>
                <a:lnTo>
                  <a:pt x="1988621" y="0"/>
                </a:lnTo>
                <a:lnTo>
                  <a:pt x="1988621" y="2170078"/>
                </a:lnTo>
                <a:lnTo>
                  <a:pt x="0" y="217007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76579" y="3648110"/>
            <a:ext cx="3151895" cy="716340"/>
          </a:xfrm>
          <a:custGeom>
            <a:avLst/>
            <a:gdLst/>
            <a:ahLst/>
            <a:cxnLst/>
            <a:rect r="r" b="b" t="t" l="l"/>
            <a:pathLst>
              <a:path h="716340" w="3151895">
                <a:moveTo>
                  <a:pt x="0" y="0"/>
                </a:moveTo>
                <a:lnTo>
                  <a:pt x="3151896" y="0"/>
                </a:lnTo>
                <a:lnTo>
                  <a:pt x="3151896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845732">
            <a:off x="8218142" y="9320829"/>
            <a:ext cx="2133715" cy="1237555"/>
          </a:xfrm>
          <a:custGeom>
            <a:avLst/>
            <a:gdLst/>
            <a:ahLst/>
            <a:cxnLst/>
            <a:rect r="r" b="b" t="t" l="l"/>
            <a:pathLst>
              <a:path h="1237555" w="2133715">
                <a:moveTo>
                  <a:pt x="0" y="0"/>
                </a:moveTo>
                <a:lnTo>
                  <a:pt x="2133714" y="0"/>
                </a:lnTo>
                <a:lnTo>
                  <a:pt x="2133714" y="1237555"/>
                </a:lnTo>
                <a:lnTo>
                  <a:pt x="0" y="123755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613473">
            <a:off x="12865629" y="112833"/>
            <a:ext cx="1594887" cy="1417677"/>
          </a:xfrm>
          <a:custGeom>
            <a:avLst/>
            <a:gdLst/>
            <a:ahLst/>
            <a:cxnLst/>
            <a:rect r="r" b="b" t="t" l="l"/>
            <a:pathLst>
              <a:path h="1417677" w="1594887">
                <a:moveTo>
                  <a:pt x="0" y="0"/>
                </a:moveTo>
                <a:lnTo>
                  <a:pt x="1594887" y="0"/>
                </a:lnTo>
                <a:lnTo>
                  <a:pt x="1594887" y="1417677"/>
                </a:lnTo>
                <a:lnTo>
                  <a:pt x="0" y="141767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24157" y="8892424"/>
            <a:ext cx="2277832" cy="2277832"/>
          </a:xfrm>
          <a:custGeom>
            <a:avLst/>
            <a:gdLst/>
            <a:ahLst/>
            <a:cxnLst/>
            <a:rect r="r" b="b" t="t" l="l"/>
            <a:pathLst>
              <a:path h="2277832" w="2277832">
                <a:moveTo>
                  <a:pt x="0" y="0"/>
                </a:moveTo>
                <a:lnTo>
                  <a:pt x="2277832" y="0"/>
                </a:lnTo>
                <a:lnTo>
                  <a:pt x="2277832" y="2277832"/>
                </a:lnTo>
                <a:lnTo>
                  <a:pt x="0" y="227783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671134">
            <a:off x="16370130" y="8702324"/>
            <a:ext cx="1503772" cy="2057400"/>
          </a:xfrm>
          <a:custGeom>
            <a:avLst/>
            <a:gdLst/>
            <a:ahLst/>
            <a:cxnLst/>
            <a:rect r="r" b="b" t="t" l="l"/>
            <a:pathLst>
              <a:path h="2057400" w="1503772">
                <a:moveTo>
                  <a:pt x="0" y="0"/>
                </a:moveTo>
                <a:lnTo>
                  <a:pt x="1503772" y="0"/>
                </a:lnTo>
                <a:lnTo>
                  <a:pt x="150377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55548" y="2354839"/>
            <a:ext cx="13976904" cy="79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155548" y="3679698"/>
            <a:ext cx="13976904" cy="349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9"/>
              </a:lnSpc>
            </a:pPr>
            <a:r>
              <a:rPr lang="en-US" sz="13365" spc="-534">
                <a:solidFill>
                  <a:srgbClr val="FBE675"/>
                </a:solidFill>
                <a:latin typeface="Gaegu Bold"/>
              </a:rPr>
              <a:t>DESCRIZIONE DEL PROGETTO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52836" y="330104"/>
            <a:ext cx="1735164" cy="1397192"/>
          </a:xfrm>
          <a:custGeom>
            <a:avLst/>
            <a:gdLst/>
            <a:ahLst/>
            <a:cxnLst/>
            <a:rect r="r" b="b" t="t" l="l"/>
            <a:pathLst>
              <a:path h="1397192" w="1735164">
                <a:moveTo>
                  <a:pt x="0" y="0"/>
                </a:moveTo>
                <a:lnTo>
                  <a:pt x="1735164" y="0"/>
                </a:lnTo>
                <a:lnTo>
                  <a:pt x="1735164" y="1397192"/>
                </a:lnTo>
                <a:lnTo>
                  <a:pt x="0" y="1397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06" t="0" r="-331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427821">
            <a:off x="1249921" y="8962829"/>
            <a:ext cx="931532" cy="1369900"/>
          </a:xfrm>
          <a:custGeom>
            <a:avLst/>
            <a:gdLst/>
            <a:ahLst/>
            <a:cxnLst/>
            <a:rect r="r" b="b" t="t" l="l"/>
            <a:pathLst>
              <a:path h="1369900" w="931532">
                <a:moveTo>
                  <a:pt x="0" y="0"/>
                </a:moveTo>
                <a:lnTo>
                  <a:pt x="931532" y="0"/>
                </a:lnTo>
                <a:lnTo>
                  <a:pt x="931532" y="1369900"/>
                </a:lnTo>
                <a:lnTo>
                  <a:pt x="0" y="136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5326590"/>
            <a:ext cx="1548910" cy="1247216"/>
          </a:xfrm>
          <a:custGeom>
            <a:avLst/>
            <a:gdLst/>
            <a:ahLst/>
            <a:cxnLst/>
            <a:rect r="r" b="b" t="t" l="l"/>
            <a:pathLst>
              <a:path h="1247216" w="1548910">
                <a:moveTo>
                  <a:pt x="1548910" y="0"/>
                </a:moveTo>
                <a:lnTo>
                  <a:pt x="0" y="0"/>
                </a:lnTo>
                <a:lnTo>
                  <a:pt x="0" y="1247216"/>
                </a:lnTo>
                <a:lnTo>
                  <a:pt x="1548910" y="1247216"/>
                </a:lnTo>
                <a:lnTo>
                  <a:pt x="15489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06" t="0" r="-33197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6815" y="1028383"/>
            <a:ext cx="16454371" cy="8229918"/>
            <a:chOff x="0" y="0"/>
            <a:chExt cx="9153025" cy="45780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160" y="16510"/>
              <a:ext cx="9130165" cy="4550092"/>
            </a:xfrm>
            <a:custGeom>
              <a:avLst/>
              <a:gdLst/>
              <a:ahLst/>
              <a:cxnLst/>
              <a:rect r="r" b="b" t="t" l="l"/>
              <a:pathLst>
                <a:path h="4550092" w="9130165">
                  <a:moveTo>
                    <a:pt x="9130165" y="4550092"/>
                  </a:moveTo>
                  <a:lnTo>
                    <a:pt x="0" y="4542472"/>
                  </a:lnTo>
                  <a:lnTo>
                    <a:pt x="0" y="1591318"/>
                  </a:lnTo>
                  <a:lnTo>
                    <a:pt x="17780" y="19050"/>
                  </a:lnTo>
                  <a:lnTo>
                    <a:pt x="4551066" y="0"/>
                  </a:lnTo>
                  <a:lnTo>
                    <a:pt x="9111115" y="5080"/>
                  </a:lnTo>
                  <a:close/>
                </a:path>
              </a:pathLst>
            </a:custGeom>
            <a:solidFill>
              <a:srgbClr val="082A4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3810" y="0"/>
              <a:ext cx="9159374" cy="4576762"/>
            </a:xfrm>
            <a:custGeom>
              <a:avLst/>
              <a:gdLst/>
              <a:ahLst/>
              <a:cxnLst/>
              <a:rect r="r" b="b" t="t" l="l"/>
              <a:pathLst>
                <a:path h="4576762" w="9159374">
                  <a:moveTo>
                    <a:pt x="9125085" y="21590"/>
                  </a:moveTo>
                  <a:cubicBezTo>
                    <a:pt x="9126355" y="34290"/>
                    <a:pt x="9126355" y="44450"/>
                    <a:pt x="9127624" y="54610"/>
                  </a:cubicBezTo>
                  <a:cubicBezTo>
                    <a:pt x="9130165" y="133207"/>
                    <a:pt x="9131435" y="232940"/>
                    <a:pt x="9133974" y="329111"/>
                  </a:cubicBezTo>
                  <a:cubicBezTo>
                    <a:pt x="9133974" y="468024"/>
                    <a:pt x="9146674" y="3207114"/>
                    <a:pt x="9153024" y="3346028"/>
                  </a:cubicBezTo>
                  <a:cubicBezTo>
                    <a:pt x="9159374" y="3556179"/>
                    <a:pt x="9155565" y="3769892"/>
                    <a:pt x="9155565" y="3980043"/>
                  </a:cubicBezTo>
                  <a:cubicBezTo>
                    <a:pt x="9155565" y="4165261"/>
                    <a:pt x="9156835" y="4336231"/>
                    <a:pt x="9158105" y="4515802"/>
                  </a:cubicBezTo>
                  <a:cubicBezTo>
                    <a:pt x="9158105" y="4537392"/>
                    <a:pt x="9158105" y="4551362"/>
                    <a:pt x="9158105" y="4575492"/>
                  </a:cubicBezTo>
                  <a:cubicBezTo>
                    <a:pt x="9135245" y="4575492"/>
                    <a:pt x="9114924" y="4576762"/>
                    <a:pt x="9070457" y="4575492"/>
                  </a:cubicBezTo>
                  <a:cubicBezTo>
                    <a:pt x="8604132" y="4570412"/>
                    <a:pt x="8130632" y="4576762"/>
                    <a:pt x="7664307" y="4571682"/>
                  </a:cubicBezTo>
                  <a:cubicBezTo>
                    <a:pt x="7384511" y="4567872"/>
                    <a:pt x="7111890" y="4570412"/>
                    <a:pt x="6832095" y="4567872"/>
                  </a:cubicBezTo>
                  <a:cubicBezTo>
                    <a:pt x="6702958" y="4566602"/>
                    <a:pt x="6573822" y="4565332"/>
                    <a:pt x="6444686" y="4564062"/>
                  </a:cubicBezTo>
                  <a:cubicBezTo>
                    <a:pt x="6365769" y="4564062"/>
                    <a:pt x="6294027" y="4565332"/>
                    <a:pt x="6215110" y="4565332"/>
                  </a:cubicBezTo>
                  <a:cubicBezTo>
                    <a:pt x="6014232" y="4564062"/>
                    <a:pt x="5461815" y="4565332"/>
                    <a:pt x="5260937" y="4564062"/>
                  </a:cubicBezTo>
                  <a:cubicBezTo>
                    <a:pt x="5117452" y="4562792"/>
                    <a:pt x="2247757" y="4571682"/>
                    <a:pt x="2104272" y="4570412"/>
                  </a:cubicBezTo>
                  <a:cubicBezTo>
                    <a:pt x="2068401" y="4570412"/>
                    <a:pt x="2025356" y="4571682"/>
                    <a:pt x="1989484" y="4571682"/>
                  </a:cubicBezTo>
                  <a:cubicBezTo>
                    <a:pt x="1903393" y="4571682"/>
                    <a:pt x="1824477" y="4572952"/>
                    <a:pt x="1738386" y="4572952"/>
                  </a:cubicBezTo>
                  <a:cubicBezTo>
                    <a:pt x="1523159" y="4572952"/>
                    <a:pt x="1315106" y="4571682"/>
                    <a:pt x="1099879" y="4570412"/>
                  </a:cubicBezTo>
                  <a:cubicBezTo>
                    <a:pt x="970743" y="4569142"/>
                    <a:pt x="841606" y="4567872"/>
                    <a:pt x="719644" y="4566602"/>
                  </a:cubicBezTo>
                  <a:cubicBezTo>
                    <a:pt x="490069" y="4565332"/>
                    <a:pt x="260493" y="4564062"/>
                    <a:pt x="48260" y="4564062"/>
                  </a:cubicBezTo>
                  <a:cubicBezTo>
                    <a:pt x="38100" y="4564062"/>
                    <a:pt x="29210" y="4564062"/>
                    <a:pt x="19050" y="4562792"/>
                  </a:cubicBezTo>
                  <a:cubicBezTo>
                    <a:pt x="10160" y="4561522"/>
                    <a:pt x="5080" y="4555172"/>
                    <a:pt x="7620" y="4546282"/>
                  </a:cubicBezTo>
                  <a:cubicBezTo>
                    <a:pt x="16510" y="4514326"/>
                    <a:pt x="12700" y="4425279"/>
                    <a:pt x="11430" y="4332670"/>
                  </a:cubicBezTo>
                  <a:cubicBezTo>
                    <a:pt x="10160" y="4143890"/>
                    <a:pt x="6350" y="3958672"/>
                    <a:pt x="7620" y="3769892"/>
                  </a:cubicBezTo>
                  <a:cubicBezTo>
                    <a:pt x="5080" y="3534807"/>
                    <a:pt x="0" y="624747"/>
                    <a:pt x="7620" y="386101"/>
                  </a:cubicBezTo>
                  <a:cubicBezTo>
                    <a:pt x="8890" y="339796"/>
                    <a:pt x="7620" y="289930"/>
                    <a:pt x="8890" y="243625"/>
                  </a:cubicBezTo>
                  <a:cubicBezTo>
                    <a:pt x="10160" y="168826"/>
                    <a:pt x="12700" y="86903"/>
                    <a:pt x="13970" y="44450"/>
                  </a:cubicBezTo>
                  <a:cubicBezTo>
                    <a:pt x="13970" y="41910"/>
                    <a:pt x="15240" y="39370"/>
                    <a:pt x="16510" y="38100"/>
                  </a:cubicBezTo>
                  <a:cubicBezTo>
                    <a:pt x="38100" y="35560"/>
                    <a:pt x="81137" y="30480"/>
                    <a:pt x="195925" y="29210"/>
                  </a:cubicBezTo>
                  <a:cubicBezTo>
                    <a:pt x="389629" y="25400"/>
                    <a:pt x="583334" y="22860"/>
                    <a:pt x="784213" y="20320"/>
                  </a:cubicBezTo>
                  <a:cubicBezTo>
                    <a:pt x="920523" y="17780"/>
                    <a:pt x="1056834" y="16510"/>
                    <a:pt x="1185970" y="13970"/>
                  </a:cubicBezTo>
                  <a:cubicBezTo>
                    <a:pt x="1315106" y="11430"/>
                    <a:pt x="1451417" y="8890"/>
                    <a:pt x="1580553" y="8890"/>
                  </a:cubicBezTo>
                  <a:cubicBezTo>
                    <a:pt x="1724038" y="7620"/>
                    <a:pt x="1867522" y="10160"/>
                    <a:pt x="2011007" y="8890"/>
                  </a:cubicBezTo>
                  <a:cubicBezTo>
                    <a:pt x="2190363" y="8890"/>
                    <a:pt x="5440293" y="6350"/>
                    <a:pt x="5619649" y="5080"/>
                  </a:cubicBezTo>
                  <a:cubicBezTo>
                    <a:pt x="5791830" y="3810"/>
                    <a:pt x="5964012" y="2540"/>
                    <a:pt x="6143368" y="2540"/>
                  </a:cubicBezTo>
                  <a:cubicBezTo>
                    <a:pt x="6437512" y="1270"/>
                    <a:pt x="6724481" y="0"/>
                    <a:pt x="7018625" y="0"/>
                  </a:cubicBezTo>
                  <a:cubicBezTo>
                    <a:pt x="7140588" y="0"/>
                    <a:pt x="7269723" y="2540"/>
                    <a:pt x="7391685" y="2540"/>
                  </a:cubicBezTo>
                  <a:cubicBezTo>
                    <a:pt x="7728875" y="3810"/>
                    <a:pt x="8073238" y="5080"/>
                    <a:pt x="8410427" y="7620"/>
                  </a:cubicBezTo>
                  <a:cubicBezTo>
                    <a:pt x="8589784" y="8890"/>
                    <a:pt x="8769139" y="12700"/>
                    <a:pt x="8948495" y="16510"/>
                  </a:cubicBezTo>
                  <a:cubicBezTo>
                    <a:pt x="8991540" y="16510"/>
                    <a:pt x="9034587" y="16510"/>
                    <a:pt x="9070457" y="16510"/>
                  </a:cubicBezTo>
                  <a:cubicBezTo>
                    <a:pt x="9106035" y="17780"/>
                    <a:pt x="9114924" y="20320"/>
                    <a:pt x="9125085" y="21590"/>
                  </a:cubicBezTo>
                  <a:close/>
                  <a:moveTo>
                    <a:pt x="9135245" y="4558982"/>
                  </a:moveTo>
                  <a:cubicBezTo>
                    <a:pt x="9136515" y="4542472"/>
                    <a:pt x="9137785" y="4529772"/>
                    <a:pt x="9137785" y="4517072"/>
                  </a:cubicBezTo>
                  <a:cubicBezTo>
                    <a:pt x="9136515" y="4318422"/>
                    <a:pt x="9135245" y="4129643"/>
                    <a:pt x="9135245" y="3926615"/>
                  </a:cubicBezTo>
                  <a:cubicBezTo>
                    <a:pt x="9135245" y="3834006"/>
                    <a:pt x="9137785" y="3741397"/>
                    <a:pt x="9136515" y="3648788"/>
                  </a:cubicBezTo>
                  <a:cubicBezTo>
                    <a:pt x="9136515" y="3563303"/>
                    <a:pt x="9135245" y="3474255"/>
                    <a:pt x="9133974" y="3388770"/>
                  </a:cubicBezTo>
                  <a:cubicBezTo>
                    <a:pt x="9128895" y="3256981"/>
                    <a:pt x="9117465" y="528576"/>
                    <a:pt x="9117465" y="396787"/>
                  </a:cubicBezTo>
                  <a:cubicBezTo>
                    <a:pt x="9114924" y="286368"/>
                    <a:pt x="9112385" y="172388"/>
                    <a:pt x="9109845" y="63500"/>
                  </a:cubicBezTo>
                  <a:cubicBezTo>
                    <a:pt x="9108574" y="44450"/>
                    <a:pt x="9107305" y="43180"/>
                    <a:pt x="9048935" y="41910"/>
                  </a:cubicBezTo>
                  <a:cubicBezTo>
                    <a:pt x="9027412" y="41910"/>
                    <a:pt x="9013063" y="41910"/>
                    <a:pt x="8991540" y="40640"/>
                  </a:cubicBezTo>
                  <a:cubicBezTo>
                    <a:pt x="8812185" y="36830"/>
                    <a:pt x="8625654" y="31750"/>
                    <a:pt x="8446299" y="30480"/>
                  </a:cubicBezTo>
                  <a:cubicBezTo>
                    <a:pt x="8008670" y="26670"/>
                    <a:pt x="7563868" y="25400"/>
                    <a:pt x="7126239" y="22860"/>
                  </a:cubicBezTo>
                  <a:cubicBezTo>
                    <a:pt x="7061671" y="22860"/>
                    <a:pt x="6989929" y="22860"/>
                    <a:pt x="6925360" y="22860"/>
                  </a:cubicBezTo>
                  <a:cubicBezTo>
                    <a:pt x="6817747" y="22860"/>
                    <a:pt x="6710133" y="22860"/>
                    <a:pt x="6609694" y="22860"/>
                  </a:cubicBezTo>
                  <a:cubicBezTo>
                    <a:pt x="6380118" y="22860"/>
                    <a:pt x="6150543" y="22860"/>
                    <a:pt x="5928141" y="24130"/>
                  </a:cubicBezTo>
                  <a:cubicBezTo>
                    <a:pt x="5734437" y="25400"/>
                    <a:pt x="2470158" y="29210"/>
                    <a:pt x="2276454" y="29210"/>
                  </a:cubicBezTo>
                  <a:cubicBezTo>
                    <a:pt x="1960788" y="29210"/>
                    <a:pt x="1645121" y="26670"/>
                    <a:pt x="1329455" y="33020"/>
                  </a:cubicBezTo>
                  <a:cubicBezTo>
                    <a:pt x="1164447" y="36830"/>
                    <a:pt x="1006614" y="36830"/>
                    <a:pt x="848781" y="38100"/>
                  </a:cubicBezTo>
                  <a:cubicBezTo>
                    <a:pt x="576160" y="41910"/>
                    <a:pt x="303539" y="45720"/>
                    <a:pt x="49530" y="50800"/>
                  </a:cubicBezTo>
                  <a:cubicBezTo>
                    <a:pt x="36830" y="50800"/>
                    <a:pt x="34290" y="53340"/>
                    <a:pt x="33020" y="76217"/>
                  </a:cubicBezTo>
                  <a:cubicBezTo>
                    <a:pt x="31750" y="140331"/>
                    <a:pt x="31750" y="204445"/>
                    <a:pt x="30480" y="268559"/>
                  </a:cubicBezTo>
                  <a:cubicBezTo>
                    <a:pt x="29210" y="375415"/>
                    <a:pt x="26670" y="478710"/>
                    <a:pt x="25400" y="585567"/>
                  </a:cubicBezTo>
                  <a:cubicBezTo>
                    <a:pt x="20320" y="699547"/>
                    <a:pt x="26670" y="3484941"/>
                    <a:pt x="29210" y="3598921"/>
                  </a:cubicBezTo>
                  <a:cubicBezTo>
                    <a:pt x="29210" y="3720026"/>
                    <a:pt x="29210" y="3844692"/>
                    <a:pt x="30480" y="3965796"/>
                  </a:cubicBezTo>
                  <a:cubicBezTo>
                    <a:pt x="30480" y="4054843"/>
                    <a:pt x="33020" y="4143890"/>
                    <a:pt x="33020" y="4232937"/>
                  </a:cubicBezTo>
                  <a:cubicBezTo>
                    <a:pt x="33020" y="4329108"/>
                    <a:pt x="33020" y="4425279"/>
                    <a:pt x="31750" y="4517072"/>
                  </a:cubicBezTo>
                  <a:cubicBezTo>
                    <a:pt x="31750" y="4520882"/>
                    <a:pt x="31750" y="4523422"/>
                    <a:pt x="31750" y="4527232"/>
                  </a:cubicBezTo>
                  <a:cubicBezTo>
                    <a:pt x="31750" y="4537392"/>
                    <a:pt x="35560" y="4541202"/>
                    <a:pt x="44450" y="4541202"/>
                  </a:cubicBezTo>
                  <a:cubicBezTo>
                    <a:pt x="95486" y="4541202"/>
                    <a:pt x="195925" y="4542472"/>
                    <a:pt x="289190" y="4542472"/>
                  </a:cubicBezTo>
                  <a:cubicBezTo>
                    <a:pt x="425501" y="4542472"/>
                    <a:pt x="568985" y="4539932"/>
                    <a:pt x="705296" y="4542472"/>
                  </a:cubicBezTo>
                  <a:cubicBezTo>
                    <a:pt x="927697" y="4546282"/>
                    <a:pt x="1150099" y="4548822"/>
                    <a:pt x="1372500" y="4547552"/>
                  </a:cubicBezTo>
                  <a:cubicBezTo>
                    <a:pt x="1515985" y="4546282"/>
                    <a:pt x="1652295" y="4548822"/>
                    <a:pt x="1795780" y="4548822"/>
                  </a:cubicBezTo>
                  <a:cubicBezTo>
                    <a:pt x="2003833" y="4548822"/>
                    <a:pt x="2211886" y="4547552"/>
                    <a:pt x="2419939" y="4548822"/>
                  </a:cubicBezTo>
                  <a:cubicBezTo>
                    <a:pt x="2728431" y="4550092"/>
                    <a:pt x="6114671" y="4539932"/>
                    <a:pt x="6430338" y="4542472"/>
                  </a:cubicBezTo>
                  <a:cubicBezTo>
                    <a:pt x="6566648" y="4543742"/>
                    <a:pt x="6702958" y="4545012"/>
                    <a:pt x="6832095" y="4545012"/>
                  </a:cubicBezTo>
                  <a:cubicBezTo>
                    <a:pt x="7068845" y="4547552"/>
                    <a:pt x="7298421" y="4543742"/>
                    <a:pt x="7535170" y="4547552"/>
                  </a:cubicBezTo>
                  <a:cubicBezTo>
                    <a:pt x="7728875" y="4550092"/>
                    <a:pt x="7922579" y="4550092"/>
                    <a:pt x="8116284" y="4552632"/>
                  </a:cubicBezTo>
                  <a:cubicBezTo>
                    <a:pt x="8403253" y="4556442"/>
                    <a:pt x="8690222" y="4558982"/>
                    <a:pt x="8977193" y="4560252"/>
                  </a:cubicBezTo>
                  <a:cubicBezTo>
                    <a:pt x="9084806" y="4560252"/>
                    <a:pt x="9114924" y="4558982"/>
                    <a:pt x="9135245" y="4558982"/>
                  </a:cubicBezTo>
                  <a:close/>
                </a:path>
              </a:pathLst>
            </a:custGeom>
            <a:solidFill>
              <a:srgbClr val="FFC7C7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-5400000">
            <a:off x="3559732" y="5797925"/>
            <a:ext cx="5249666" cy="226192"/>
          </a:xfrm>
          <a:custGeom>
            <a:avLst/>
            <a:gdLst/>
            <a:ahLst/>
            <a:cxnLst/>
            <a:rect r="r" b="b" t="t" l="l"/>
            <a:pathLst>
              <a:path h="226192" w="5249666">
                <a:moveTo>
                  <a:pt x="0" y="0"/>
                </a:moveTo>
                <a:lnTo>
                  <a:pt x="5249666" y="0"/>
                </a:lnTo>
                <a:lnTo>
                  <a:pt x="5249666" y="226193"/>
                </a:lnTo>
                <a:lnTo>
                  <a:pt x="0" y="2261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12" t="0" r="-80330" b="-9862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9150000" y="5797925"/>
            <a:ext cx="5249666" cy="226192"/>
          </a:xfrm>
          <a:custGeom>
            <a:avLst/>
            <a:gdLst/>
            <a:ahLst/>
            <a:cxnLst/>
            <a:rect r="r" b="b" t="t" l="l"/>
            <a:pathLst>
              <a:path h="226192" w="5249666">
                <a:moveTo>
                  <a:pt x="0" y="0"/>
                </a:moveTo>
                <a:lnTo>
                  <a:pt x="5249666" y="0"/>
                </a:lnTo>
                <a:lnTo>
                  <a:pt x="5249666" y="226193"/>
                </a:lnTo>
                <a:lnTo>
                  <a:pt x="0" y="2261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12" t="0" r="-80330" b="-9862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829219"/>
            <a:ext cx="2495691" cy="544514"/>
          </a:xfrm>
          <a:custGeom>
            <a:avLst/>
            <a:gdLst/>
            <a:ahLst/>
            <a:cxnLst/>
            <a:rect r="r" b="b" t="t" l="l"/>
            <a:pathLst>
              <a:path h="544514" w="2495691">
                <a:moveTo>
                  <a:pt x="0" y="0"/>
                </a:moveTo>
                <a:lnTo>
                  <a:pt x="2495691" y="0"/>
                </a:lnTo>
                <a:lnTo>
                  <a:pt x="2495691" y="544515"/>
                </a:lnTo>
                <a:lnTo>
                  <a:pt x="0" y="5445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552836" y="7760977"/>
            <a:ext cx="1412928" cy="1497323"/>
          </a:xfrm>
          <a:custGeom>
            <a:avLst/>
            <a:gdLst/>
            <a:ahLst/>
            <a:cxnLst/>
            <a:rect r="r" b="b" t="t" l="l"/>
            <a:pathLst>
              <a:path h="1497323" w="1412928">
                <a:moveTo>
                  <a:pt x="0" y="0"/>
                </a:moveTo>
                <a:lnTo>
                  <a:pt x="1412928" y="0"/>
                </a:lnTo>
                <a:lnTo>
                  <a:pt x="1412928" y="1497323"/>
                </a:lnTo>
                <a:lnTo>
                  <a:pt x="0" y="149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01769" y="6816952"/>
            <a:ext cx="2113302" cy="1549755"/>
          </a:xfrm>
          <a:custGeom>
            <a:avLst/>
            <a:gdLst/>
            <a:ahLst/>
            <a:cxnLst/>
            <a:rect r="r" b="b" t="t" l="l"/>
            <a:pathLst>
              <a:path h="1549755" w="2113302">
                <a:moveTo>
                  <a:pt x="0" y="0"/>
                </a:moveTo>
                <a:lnTo>
                  <a:pt x="2113302" y="0"/>
                </a:lnTo>
                <a:lnTo>
                  <a:pt x="2113302" y="1549755"/>
                </a:lnTo>
                <a:lnTo>
                  <a:pt x="0" y="1549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45935" y="6962219"/>
            <a:ext cx="3419668" cy="1259222"/>
          </a:xfrm>
          <a:custGeom>
            <a:avLst/>
            <a:gdLst/>
            <a:ahLst/>
            <a:cxnLst/>
            <a:rect r="r" b="b" t="t" l="l"/>
            <a:pathLst>
              <a:path h="1259222" w="3419668">
                <a:moveTo>
                  <a:pt x="0" y="0"/>
                </a:moveTo>
                <a:lnTo>
                  <a:pt x="3419668" y="0"/>
                </a:lnTo>
                <a:lnTo>
                  <a:pt x="3419668" y="1259222"/>
                </a:lnTo>
                <a:lnTo>
                  <a:pt x="0" y="12592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129076" y="6816952"/>
            <a:ext cx="1678151" cy="1678151"/>
          </a:xfrm>
          <a:custGeom>
            <a:avLst/>
            <a:gdLst/>
            <a:ahLst/>
            <a:cxnLst/>
            <a:rect r="r" b="b" t="t" l="l"/>
            <a:pathLst>
              <a:path h="1678151" w="1678151">
                <a:moveTo>
                  <a:pt x="0" y="0"/>
                </a:moveTo>
                <a:lnTo>
                  <a:pt x="1678151" y="0"/>
                </a:lnTo>
                <a:lnTo>
                  <a:pt x="1678151" y="1678151"/>
                </a:lnTo>
                <a:lnTo>
                  <a:pt x="0" y="16781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48910" y="3672869"/>
            <a:ext cx="3779924" cy="2653567"/>
            <a:chOff x="0" y="0"/>
            <a:chExt cx="5039898" cy="353809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5039898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99"/>
                </a:lnSpc>
              </a:pPr>
              <a:r>
                <a:rPr lang="en-US" sz="4999">
                  <a:solidFill>
                    <a:srgbClr val="FBE675"/>
                  </a:solidFill>
                  <a:latin typeface="Gaegu Bold"/>
                </a:rPr>
                <a:t>UNITY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279395"/>
              <a:ext cx="5039898" cy="2258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359"/>
                </a:lnSpc>
              </a:pPr>
              <a:r>
                <a:rPr lang="en-US" sz="2400" spc="-96">
                  <a:solidFill>
                    <a:srgbClr val="FFFFFF"/>
                  </a:solidFill>
                  <a:latin typeface="Gaegu Light"/>
                </a:rPr>
                <a:t>Motore grafico multipiattaforma, utilizzato come ambiente di sviluppo dell’applicazione.</a:t>
              </a:r>
            </a:p>
            <a:p>
              <a:pPr algn="just">
                <a:lnSpc>
                  <a:spcPts val="3359"/>
                </a:lnSpc>
              </a:pPr>
              <a:r>
                <a:rPr lang="en-US" sz="2400" spc="-96">
                  <a:solidFill>
                    <a:srgbClr val="FFFFFF"/>
                  </a:solidFill>
                  <a:latin typeface="Gaegu Light"/>
                </a:rPr>
                <a:t>Versione utilizzata: 2022.3.21f1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50816" y="3467365"/>
            <a:ext cx="4434671" cy="3005992"/>
            <a:chOff x="0" y="0"/>
            <a:chExt cx="5912895" cy="400799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133350"/>
              <a:ext cx="5912895" cy="2165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FBE675"/>
                  </a:solidFill>
                  <a:latin typeface="Gaegu Bold"/>
                </a:rPr>
                <a:t>MICROSOFT VISUAL STUDIO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308095"/>
              <a:ext cx="5912895" cy="1699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sz="2400" spc="-96">
                  <a:solidFill>
                    <a:srgbClr val="FFFFFF"/>
                  </a:solidFill>
                  <a:latin typeface="Gaegu Light"/>
                </a:rPr>
                <a:t>IDE utilizzato per l’implementazione degli scripts di progetto.</a:t>
              </a:r>
            </a:p>
            <a:p>
              <a:pPr algn="just">
                <a:lnSpc>
                  <a:spcPts val="3359"/>
                </a:lnSpc>
              </a:pPr>
              <a:r>
                <a:rPr lang="en-US" sz="2400" spc="-96">
                  <a:solidFill>
                    <a:srgbClr val="FFFFFF"/>
                  </a:solidFill>
                  <a:latin typeface="Gaegu Light"/>
                </a:rPr>
                <a:t>Versione utilizzata: 17.9 (del 2022)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1084" y="3391165"/>
            <a:ext cx="4434671" cy="3082192"/>
            <a:chOff x="0" y="0"/>
            <a:chExt cx="5912895" cy="410959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33350"/>
              <a:ext cx="5912895" cy="1149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FBE675"/>
                  </a:solidFill>
                  <a:latin typeface="Gaegu Bold"/>
                </a:rPr>
                <a:t>VUFORIA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292095"/>
              <a:ext cx="5912895" cy="28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spc="-96">
                  <a:solidFill>
                    <a:srgbClr val="FFFFFF"/>
                  </a:solidFill>
                  <a:latin typeface="Gaegu Light"/>
                </a:rPr>
                <a:t>SDK per dispositivi mobile, utilizzata per il riconoscimento e tracciamento di target 2D (immagine valigetta) e la costruzione di modelli 3D (regoli).</a:t>
              </a:r>
            </a:p>
            <a:p>
              <a:pPr algn="just">
                <a:lnSpc>
                  <a:spcPts val="3359"/>
                </a:lnSpc>
              </a:pPr>
              <a:r>
                <a:rPr lang="en-US" sz="2400" spc="-96">
                  <a:solidFill>
                    <a:srgbClr val="FFFFFF"/>
                  </a:solidFill>
                  <a:latin typeface="Gaegu Light"/>
                </a:rPr>
                <a:t>Versione utilizzata: 10.21.3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55402" y="1228909"/>
            <a:ext cx="16777196" cy="166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00"/>
              </a:lnSpc>
            </a:pPr>
            <a:r>
              <a:rPr lang="en-US" sz="8500">
                <a:solidFill>
                  <a:srgbClr val="FFFFFF"/>
                </a:solidFill>
                <a:latin typeface="Gaegu Bold"/>
              </a:rPr>
              <a:t>TECNOLOGIE UTILIZZATE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41450" y="2539222"/>
            <a:ext cx="16417850" cy="2894782"/>
            <a:chOff x="0" y="0"/>
            <a:chExt cx="9692329" cy="1708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160" y="16510"/>
              <a:ext cx="9669469" cy="1681004"/>
            </a:xfrm>
            <a:custGeom>
              <a:avLst/>
              <a:gdLst/>
              <a:ahLst/>
              <a:cxnLst/>
              <a:rect r="r" b="b" t="t" l="l"/>
              <a:pathLst>
                <a:path h="1681004" w="9669469">
                  <a:moveTo>
                    <a:pt x="9669469" y="1681004"/>
                  </a:moveTo>
                  <a:lnTo>
                    <a:pt x="0" y="1673384"/>
                  </a:lnTo>
                  <a:lnTo>
                    <a:pt x="0" y="596243"/>
                  </a:lnTo>
                  <a:lnTo>
                    <a:pt x="17780" y="19050"/>
                  </a:lnTo>
                  <a:lnTo>
                    <a:pt x="4820025" y="0"/>
                  </a:lnTo>
                  <a:lnTo>
                    <a:pt x="9650419" y="5080"/>
                  </a:lnTo>
                  <a:close/>
                </a:path>
              </a:pathLst>
            </a:custGeom>
            <a:solidFill>
              <a:srgbClr val="082A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-3810" y="0"/>
              <a:ext cx="9698679" cy="1707674"/>
            </a:xfrm>
            <a:custGeom>
              <a:avLst/>
              <a:gdLst/>
              <a:ahLst/>
              <a:cxnLst/>
              <a:rect r="r" b="b" t="t" l="l"/>
              <a:pathLst>
                <a:path h="1707674" w="9698679">
                  <a:moveTo>
                    <a:pt x="9664389" y="21590"/>
                  </a:moveTo>
                  <a:cubicBezTo>
                    <a:pt x="9665659" y="34290"/>
                    <a:pt x="9665659" y="44450"/>
                    <a:pt x="9666929" y="54610"/>
                  </a:cubicBezTo>
                  <a:cubicBezTo>
                    <a:pt x="9669469" y="88814"/>
                    <a:pt x="9670739" y="124250"/>
                    <a:pt x="9673279" y="158419"/>
                  </a:cubicBezTo>
                  <a:cubicBezTo>
                    <a:pt x="9673279" y="207776"/>
                    <a:pt x="9685979" y="1180986"/>
                    <a:pt x="9692329" y="1230343"/>
                  </a:cubicBezTo>
                  <a:cubicBezTo>
                    <a:pt x="9698679" y="1305010"/>
                    <a:pt x="9694869" y="1380944"/>
                    <a:pt x="9694869" y="1455611"/>
                  </a:cubicBezTo>
                  <a:cubicBezTo>
                    <a:pt x="9694869" y="1521420"/>
                    <a:pt x="9696139" y="1582166"/>
                    <a:pt x="9697409" y="1646714"/>
                  </a:cubicBezTo>
                  <a:cubicBezTo>
                    <a:pt x="9697409" y="1668304"/>
                    <a:pt x="9697409" y="1682274"/>
                    <a:pt x="9697409" y="1706404"/>
                  </a:cubicBezTo>
                  <a:cubicBezTo>
                    <a:pt x="9674548" y="1706404"/>
                    <a:pt x="9654229" y="1707674"/>
                    <a:pt x="9608012" y="1706404"/>
                  </a:cubicBezTo>
                  <a:cubicBezTo>
                    <a:pt x="9113886" y="1701324"/>
                    <a:pt x="8612157" y="1707674"/>
                    <a:pt x="8118032" y="1702594"/>
                  </a:cubicBezTo>
                  <a:cubicBezTo>
                    <a:pt x="7821556" y="1698784"/>
                    <a:pt x="7532683" y="1701324"/>
                    <a:pt x="7236207" y="1698784"/>
                  </a:cubicBezTo>
                  <a:cubicBezTo>
                    <a:pt x="7099372" y="1697514"/>
                    <a:pt x="6962537" y="1696244"/>
                    <a:pt x="6825702" y="1694974"/>
                  </a:cubicBezTo>
                  <a:cubicBezTo>
                    <a:pt x="6742081" y="1694974"/>
                    <a:pt x="6666061" y="1696244"/>
                    <a:pt x="6582439" y="1696244"/>
                  </a:cubicBezTo>
                  <a:cubicBezTo>
                    <a:pt x="6369586" y="1694974"/>
                    <a:pt x="5784236" y="1696244"/>
                    <a:pt x="5571382" y="1694974"/>
                  </a:cubicBezTo>
                  <a:cubicBezTo>
                    <a:pt x="5419344" y="1693704"/>
                    <a:pt x="2378568" y="1702594"/>
                    <a:pt x="2226529" y="1701324"/>
                  </a:cubicBezTo>
                  <a:cubicBezTo>
                    <a:pt x="2188520" y="1701324"/>
                    <a:pt x="2142908" y="1702594"/>
                    <a:pt x="2104898" y="1702594"/>
                  </a:cubicBezTo>
                  <a:cubicBezTo>
                    <a:pt x="2013675" y="1702594"/>
                    <a:pt x="1930054" y="1703864"/>
                    <a:pt x="1838831" y="1703864"/>
                  </a:cubicBezTo>
                  <a:cubicBezTo>
                    <a:pt x="1610772" y="1703864"/>
                    <a:pt x="1390316" y="1702594"/>
                    <a:pt x="1162258" y="1701324"/>
                  </a:cubicBezTo>
                  <a:cubicBezTo>
                    <a:pt x="1025423" y="1700054"/>
                    <a:pt x="888588" y="1698784"/>
                    <a:pt x="759355" y="1697514"/>
                  </a:cubicBezTo>
                  <a:cubicBezTo>
                    <a:pt x="516093" y="1696244"/>
                    <a:pt x="272831" y="1694974"/>
                    <a:pt x="48260" y="1694974"/>
                  </a:cubicBezTo>
                  <a:cubicBezTo>
                    <a:pt x="38100" y="1694974"/>
                    <a:pt x="29210" y="1694974"/>
                    <a:pt x="19050" y="1693704"/>
                  </a:cubicBezTo>
                  <a:cubicBezTo>
                    <a:pt x="10160" y="1692434"/>
                    <a:pt x="5080" y="1686084"/>
                    <a:pt x="7620" y="1677194"/>
                  </a:cubicBezTo>
                  <a:cubicBezTo>
                    <a:pt x="16510" y="1645444"/>
                    <a:pt x="12700" y="1613805"/>
                    <a:pt x="11430" y="1580901"/>
                  </a:cubicBezTo>
                  <a:cubicBezTo>
                    <a:pt x="10160" y="1513827"/>
                    <a:pt x="6350" y="1448018"/>
                    <a:pt x="7620" y="1380944"/>
                  </a:cubicBezTo>
                  <a:cubicBezTo>
                    <a:pt x="5080" y="1297417"/>
                    <a:pt x="0" y="263460"/>
                    <a:pt x="7620" y="178668"/>
                  </a:cubicBezTo>
                  <a:cubicBezTo>
                    <a:pt x="8890" y="162216"/>
                    <a:pt x="7620" y="144498"/>
                    <a:pt x="8890" y="128046"/>
                  </a:cubicBezTo>
                  <a:cubicBezTo>
                    <a:pt x="10160" y="101470"/>
                    <a:pt x="12700" y="72362"/>
                    <a:pt x="13970" y="44450"/>
                  </a:cubicBezTo>
                  <a:cubicBezTo>
                    <a:pt x="13970" y="41910"/>
                    <a:pt x="15240" y="39370"/>
                    <a:pt x="16510" y="38100"/>
                  </a:cubicBezTo>
                  <a:cubicBezTo>
                    <a:pt x="38100" y="35560"/>
                    <a:pt x="82783" y="30480"/>
                    <a:pt x="204414" y="29210"/>
                  </a:cubicBezTo>
                  <a:cubicBezTo>
                    <a:pt x="409666" y="25400"/>
                    <a:pt x="614918" y="22860"/>
                    <a:pt x="827773" y="20320"/>
                  </a:cubicBezTo>
                  <a:cubicBezTo>
                    <a:pt x="972210" y="17780"/>
                    <a:pt x="1116646" y="16510"/>
                    <a:pt x="1253481" y="13970"/>
                  </a:cubicBezTo>
                  <a:cubicBezTo>
                    <a:pt x="1390316" y="11430"/>
                    <a:pt x="1534753" y="8890"/>
                    <a:pt x="1671588" y="8890"/>
                  </a:cubicBezTo>
                  <a:cubicBezTo>
                    <a:pt x="1823627" y="7620"/>
                    <a:pt x="1975666" y="10160"/>
                    <a:pt x="2127704" y="8890"/>
                  </a:cubicBezTo>
                  <a:cubicBezTo>
                    <a:pt x="2317753" y="8890"/>
                    <a:pt x="5761431" y="6350"/>
                    <a:pt x="5951479" y="5080"/>
                  </a:cubicBezTo>
                  <a:cubicBezTo>
                    <a:pt x="6133926" y="3810"/>
                    <a:pt x="6316373" y="2540"/>
                    <a:pt x="6506421" y="2540"/>
                  </a:cubicBezTo>
                  <a:cubicBezTo>
                    <a:pt x="6818100" y="1270"/>
                    <a:pt x="7122178" y="0"/>
                    <a:pt x="7433857" y="0"/>
                  </a:cubicBezTo>
                  <a:cubicBezTo>
                    <a:pt x="7563090" y="0"/>
                    <a:pt x="7699926" y="2540"/>
                    <a:pt x="7829158" y="2540"/>
                  </a:cubicBezTo>
                  <a:cubicBezTo>
                    <a:pt x="8186449" y="3810"/>
                    <a:pt x="8551342" y="5080"/>
                    <a:pt x="8908633" y="7620"/>
                  </a:cubicBezTo>
                  <a:cubicBezTo>
                    <a:pt x="9098682" y="8890"/>
                    <a:pt x="9288730" y="12700"/>
                    <a:pt x="9478779" y="16510"/>
                  </a:cubicBezTo>
                  <a:cubicBezTo>
                    <a:pt x="9524390" y="16510"/>
                    <a:pt x="9570003" y="16510"/>
                    <a:pt x="9608012" y="16510"/>
                  </a:cubicBezTo>
                  <a:cubicBezTo>
                    <a:pt x="9645339" y="17780"/>
                    <a:pt x="9654229" y="20320"/>
                    <a:pt x="9664389" y="21590"/>
                  </a:cubicBezTo>
                  <a:close/>
                  <a:moveTo>
                    <a:pt x="9674548" y="1689894"/>
                  </a:moveTo>
                  <a:cubicBezTo>
                    <a:pt x="9675819" y="1673384"/>
                    <a:pt x="9677089" y="1660684"/>
                    <a:pt x="9677089" y="1647984"/>
                  </a:cubicBezTo>
                  <a:cubicBezTo>
                    <a:pt x="9675819" y="1575839"/>
                    <a:pt x="9674548" y="1508764"/>
                    <a:pt x="9674548" y="1436628"/>
                  </a:cubicBezTo>
                  <a:cubicBezTo>
                    <a:pt x="9674548" y="1403724"/>
                    <a:pt x="9677089" y="1370819"/>
                    <a:pt x="9675819" y="1337915"/>
                  </a:cubicBezTo>
                  <a:cubicBezTo>
                    <a:pt x="9675819" y="1307541"/>
                    <a:pt x="9674548" y="1275903"/>
                    <a:pt x="9673279" y="1245529"/>
                  </a:cubicBezTo>
                  <a:cubicBezTo>
                    <a:pt x="9668198" y="1198704"/>
                    <a:pt x="9656769" y="229290"/>
                    <a:pt x="9656769" y="182465"/>
                  </a:cubicBezTo>
                  <a:cubicBezTo>
                    <a:pt x="9654229" y="143233"/>
                    <a:pt x="9651689" y="102735"/>
                    <a:pt x="9649148" y="63500"/>
                  </a:cubicBezTo>
                  <a:cubicBezTo>
                    <a:pt x="9647879" y="44450"/>
                    <a:pt x="9646609" y="43180"/>
                    <a:pt x="9585206" y="41910"/>
                  </a:cubicBezTo>
                  <a:cubicBezTo>
                    <a:pt x="9562400" y="41910"/>
                    <a:pt x="9547196" y="41910"/>
                    <a:pt x="9524390" y="40640"/>
                  </a:cubicBezTo>
                  <a:cubicBezTo>
                    <a:pt x="9334343" y="36830"/>
                    <a:pt x="9136691" y="31750"/>
                    <a:pt x="8946643" y="30480"/>
                  </a:cubicBezTo>
                  <a:cubicBezTo>
                    <a:pt x="8482925" y="26670"/>
                    <a:pt x="8011605" y="25400"/>
                    <a:pt x="7547887" y="22860"/>
                  </a:cubicBezTo>
                  <a:cubicBezTo>
                    <a:pt x="7479469" y="22860"/>
                    <a:pt x="7403450" y="22860"/>
                    <a:pt x="7335032" y="22860"/>
                  </a:cubicBezTo>
                  <a:cubicBezTo>
                    <a:pt x="7221004" y="22860"/>
                    <a:pt x="7106974" y="22860"/>
                    <a:pt x="7000547" y="22860"/>
                  </a:cubicBezTo>
                  <a:cubicBezTo>
                    <a:pt x="6757285" y="22860"/>
                    <a:pt x="6514023" y="22860"/>
                    <a:pt x="6278363" y="24130"/>
                  </a:cubicBezTo>
                  <a:cubicBezTo>
                    <a:pt x="6073110" y="25400"/>
                    <a:pt x="2614228" y="29210"/>
                    <a:pt x="2408976" y="29210"/>
                  </a:cubicBezTo>
                  <a:cubicBezTo>
                    <a:pt x="2074491" y="29210"/>
                    <a:pt x="1740006" y="26670"/>
                    <a:pt x="1405520" y="33020"/>
                  </a:cubicBezTo>
                  <a:cubicBezTo>
                    <a:pt x="1230675" y="36830"/>
                    <a:pt x="1063433" y="36830"/>
                    <a:pt x="896190" y="38100"/>
                  </a:cubicBezTo>
                  <a:cubicBezTo>
                    <a:pt x="607317" y="41910"/>
                    <a:pt x="318443" y="45720"/>
                    <a:pt x="49530" y="50800"/>
                  </a:cubicBezTo>
                  <a:cubicBezTo>
                    <a:pt x="36830" y="50800"/>
                    <a:pt x="34290" y="53340"/>
                    <a:pt x="33020" y="68565"/>
                  </a:cubicBezTo>
                  <a:cubicBezTo>
                    <a:pt x="31750" y="91345"/>
                    <a:pt x="31750" y="114125"/>
                    <a:pt x="30480" y="136905"/>
                  </a:cubicBezTo>
                  <a:cubicBezTo>
                    <a:pt x="29210" y="174872"/>
                    <a:pt x="26670" y="211573"/>
                    <a:pt x="25400" y="249539"/>
                  </a:cubicBezTo>
                  <a:cubicBezTo>
                    <a:pt x="20320" y="290037"/>
                    <a:pt x="26670" y="1279699"/>
                    <a:pt x="29210" y="1320197"/>
                  </a:cubicBezTo>
                  <a:cubicBezTo>
                    <a:pt x="29210" y="1363226"/>
                    <a:pt x="29210" y="1407520"/>
                    <a:pt x="30480" y="1450549"/>
                  </a:cubicBezTo>
                  <a:cubicBezTo>
                    <a:pt x="30480" y="1482188"/>
                    <a:pt x="33020" y="1513827"/>
                    <a:pt x="33020" y="1545465"/>
                  </a:cubicBezTo>
                  <a:cubicBezTo>
                    <a:pt x="33020" y="1579635"/>
                    <a:pt x="33020" y="1613805"/>
                    <a:pt x="31750" y="1647984"/>
                  </a:cubicBezTo>
                  <a:cubicBezTo>
                    <a:pt x="31750" y="1651794"/>
                    <a:pt x="31750" y="1654334"/>
                    <a:pt x="31750" y="1658144"/>
                  </a:cubicBezTo>
                  <a:cubicBezTo>
                    <a:pt x="31750" y="1668304"/>
                    <a:pt x="35560" y="1672114"/>
                    <a:pt x="44450" y="1672114"/>
                  </a:cubicBezTo>
                  <a:cubicBezTo>
                    <a:pt x="97987" y="1672114"/>
                    <a:pt x="204414" y="1673384"/>
                    <a:pt x="303239" y="1673384"/>
                  </a:cubicBezTo>
                  <a:cubicBezTo>
                    <a:pt x="447676" y="1673384"/>
                    <a:pt x="599715" y="1670844"/>
                    <a:pt x="744151" y="1673384"/>
                  </a:cubicBezTo>
                  <a:cubicBezTo>
                    <a:pt x="979812" y="1677194"/>
                    <a:pt x="1215472" y="1679734"/>
                    <a:pt x="1451132" y="1678464"/>
                  </a:cubicBezTo>
                  <a:cubicBezTo>
                    <a:pt x="1603171" y="1677194"/>
                    <a:pt x="1747607" y="1679734"/>
                    <a:pt x="1899646" y="1679734"/>
                  </a:cubicBezTo>
                  <a:cubicBezTo>
                    <a:pt x="2120102" y="1679734"/>
                    <a:pt x="2340558" y="1678464"/>
                    <a:pt x="2561015" y="1679734"/>
                  </a:cubicBezTo>
                  <a:cubicBezTo>
                    <a:pt x="2887898" y="1681004"/>
                    <a:pt x="6476013" y="1670844"/>
                    <a:pt x="6810498" y="1673384"/>
                  </a:cubicBezTo>
                  <a:cubicBezTo>
                    <a:pt x="6954935" y="1674654"/>
                    <a:pt x="7099372" y="1675924"/>
                    <a:pt x="7236207" y="1675924"/>
                  </a:cubicBezTo>
                  <a:cubicBezTo>
                    <a:pt x="7487071" y="1678464"/>
                    <a:pt x="7730333" y="1674654"/>
                    <a:pt x="7981197" y="1678464"/>
                  </a:cubicBezTo>
                  <a:cubicBezTo>
                    <a:pt x="8186449" y="1681004"/>
                    <a:pt x="8391701" y="1681004"/>
                    <a:pt x="8596954" y="1683544"/>
                  </a:cubicBezTo>
                  <a:cubicBezTo>
                    <a:pt x="8901031" y="1687354"/>
                    <a:pt x="9205109" y="1689894"/>
                    <a:pt x="9509186" y="1691164"/>
                  </a:cubicBezTo>
                  <a:cubicBezTo>
                    <a:pt x="9623216" y="1691164"/>
                    <a:pt x="9654229" y="1689894"/>
                    <a:pt x="9674548" y="1689894"/>
                  </a:cubicBezTo>
                  <a:close/>
                </a:path>
              </a:pathLst>
            </a:custGeom>
            <a:solidFill>
              <a:srgbClr val="F47279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97452" y="2813409"/>
            <a:ext cx="9688125" cy="48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Gaegu Bold"/>
              </a:rPr>
              <a:t>RICONOSCIMENTO TARGET 2D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8075" y="3872389"/>
            <a:ext cx="15464600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Drukaatie Burti"/>
              </a:rPr>
              <a:t>Attraverso le tecniche avanzate di riconoscimento dell’SDK Vuforia, il sistema identifica in modo preciso e veloce la valigetta contenente i regoli matematici.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16783" y="3196948"/>
            <a:ext cx="4844063" cy="208716"/>
          </a:xfrm>
          <a:custGeom>
            <a:avLst/>
            <a:gdLst/>
            <a:ahLst/>
            <a:cxnLst/>
            <a:rect r="r" b="b" t="t" l="l"/>
            <a:pathLst>
              <a:path h="208716" w="4844063">
                <a:moveTo>
                  <a:pt x="0" y="0"/>
                </a:moveTo>
                <a:lnTo>
                  <a:pt x="4844063" y="0"/>
                </a:lnTo>
                <a:lnTo>
                  <a:pt x="4844063" y="208716"/>
                </a:lnTo>
                <a:lnTo>
                  <a:pt x="0" y="208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12" t="0" r="-80330" b="-98629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0800000">
            <a:off x="935075" y="6086997"/>
            <a:ext cx="16417850" cy="2926881"/>
            <a:chOff x="0" y="0"/>
            <a:chExt cx="9692329" cy="1727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160" y="16510"/>
              <a:ext cx="9669469" cy="1699953"/>
            </a:xfrm>
            <a:custGeom>
              <a:avLst/>
              <a:gdLst/>
              <a:ahLst/>
              <a:cxnLst/>
              <a:rect r="r" b="b" t="t" l="l"/>
              <a:pathLst>
                <a:path h="1699953" w="9669469">
                  <a:moveTo>
                    <a:pt x="9669469" y="1699953"/>
                  </a:moveTo>
                  <a:lnTo>
                    <a:pt x="0" y="1692333"/>
                  </a:lnTo>
                  <a:lnTo>
                    <a:pt x="0" y="602815"/>
                  </a:lnTo>
                  <a:lnTo>
                    <a:pt x="17780" y="19050"/>
                  </a:lnTo>
                  <a:lnTo>
                    <a:pt x="4820025" y="0"/>
                  </a:lnTo>
                  <a:lnTo>
                    <a:pt x="9650419" y="5080"/>
                  </a:lnTo>
                  <a:close/>
                </a:path>
              </a:pathLst>
            </a:custGeom>
            <a:solidFill>
              <a:srgbClr val="082A4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-3810" y="0"/>
              <a:ext cx="9698679" cy="1726623"/>
            </a:xfrm>
            <a:custGeom>
              <a:avLst/>
              <a:gdLst/>
              <a:ahLst/>
              <a:cxnLst/>
              <a:rect r="r" b="b" t="t" l="l"/>
              <a:pathLst>
                <a:path h="1726623" w="9698679">
                  <a:moveTo>
                    <a:pt x="9664389" y="21590"/>
                  </a:moveTo>
                  <a:cubicBezTo>
                    <a:pt x="9665659" y="34290"/>
                    <a:pt x="9665659" y="44450"/>
                    <a:pt x="9666929" y="54610"/>
                  </a:cubicBezTo>
                  <a:cubicBezTo>
                    <a:pt x="9669469" y="89107"/>
                    <a:pt x="9670739" y="124967"/>
                    <a:pt x="9673279" y="159547"/>
                  </a:cubicBezTo>
                  <a:cubicBezTo>
                    <a:pt x="9673279" y="209495"/>
                    <a:pt x="9685979" y="1194368"/>
                    <a:pt x="9692329" y="1244316"/>
                  </a:cubicBezTo>
                  <a:cubicBezTo>
                    <a:pt x="9698679" y="1319879"/>
                    <a:pt x="9694869" y="1396722"/>
                    <a:pt x="9694869" y="1472284"/>
                  </a:cubicBezTo>
                  <a:cubicBezTo>
                    <a:pt x="9694869" y="1538882"/>
                    <a:pt x="9696139" y="1600356"/>
                    <a:pt x="9697409" y="1665663"/>
                  </a:cubicBezTo>
                  <a:cubicBezTo>
                    <a:pt x="9697409" y="1687253"/>
                    <a:pt x="9697409" y="1701223"/>
                    <a:pt x="9697409" y="1725353"/>
                  </a:cubicBezTo>
                  <a:cubicBezTo>
                    <a:pt x="9674548" y="1725353"/>
                    <a:pt x="9654229" y="1726623"/>
                    <a:pt x="9608012" y="1725353"/>
                  </a:cubicBezTo>
                  <a:cubicBezTo>
                    <a:pt x="9113886" y="1720273"/>
                    <a:pt x="8612157" y="1726623"/>
                    <a:pt x="8118032" y="1721543"/>
                  </a:cubicBezTo>
                  <a:cubicBezTo>
                    <a:pt x="7821556" y="1717733"/>
                    <a:pt x="7532683" y="1720273"/>
                    <a:pt x="7236207" y="1717733"/>
                  </a:cubicBezTo>
                  <a:cubicBezTo>
                    <a:pt x="7099372" y="1716463"/>
                    <a:pt x="6962537" y="1715193"/>
                    <a:pt x="6825702" y="1713923"/>
                  </a:cubicBezTo>
                  <a:cubicBezTo>
                    <a:pt x="6742081" y="1713923"/>
                    <a:pt x="6666061" y="1715193"/>
                    <a:pt x="6582439" y="1715193"/>
                  </a:cubicBezTo>
                  <a:cubicBezTo>
                    <a:pt x="6369586" y="1713923"/>
                    <a:pt x="5784236" y="1715193"/>
                    <a:pt x="5571382" y="1713923"/>
                  </a:cubicBezTo>
                  <a:cubicBezTo>
                    <a:pt x="5419344" y="1712653"/>
                    <a:pt x="2378568" y="1721543"/>
                    <a:pt x="2226529" y="1720273"/>
                  </a:cubicBezTo>
                  <a:cubicBezTo>
                    <a:pt x="2188520" y="1720273"/>
                    <a:pt x="2142908" y="1721543"/>
                    <a:pt x="2104898" y="1721543"/>
                  </a:cubicBezTo>
                  <a:cubicBezTo>
                    <a:pt x="2013675" y="1721543"/>
                    <a:pt x="1930054" y="1722813"/>
                    <a:pt x="1838831" y="1722813"/>
                  </a:cubicBezTo>
                  <a:cubicBezTo>
                    <a:pt x="1610772" y="1722813"/>
                    <a:pt x="1390316" y="1721543"/>
                    <a:pt x="1162258" y="1720273"/>
                  </a:cubicBezTo>
                  <a:cubicBezTo>
                    <a:pt x="1025423" y="1719003"/>
                    <a:pt x="888588" y="1717733"/>
                    <a:pt x="759355" y="1716463"/>
                  </a:cubicBezTo>
                  <a:cubicBezTo>
                    <a:pt x="516093" y="1715193"/>
                    <a:pt x="272831" y="1713923"/>
                    <a:pt x="48260" y="1713923"/>
                  </a:cubicBezTo>
                  <a:cubicBezTo>
                    <a:pt x="38100" y="1713923"/>
                    <a:pt x="29210" y="1713923"/>
                    <a:pt x="19050" y="1712653"/>
                  </a:cubicBezTo>
                  <a:cubicBezTo>
                    <a:pt x="10160" y="1711383"/>
                    <a:pt x="5080" y="1705033"/>
                    <a:pt x="7620" y="1696143"/>
                  </a:cubicBezTo>
                  <a:cubicBezTo>
                    <a:pt x="16510" y="1664392"/>
                    <a:pt x="12700" y="1632374"/>
                    <a:pt x="11430" y="1599076"/>
                  </a:cubicBezTo>
                  <a:cubicBezTo>
                    <a:pt x="10160" y="1531198"/>
                    <a:pt x="6350" y="1464600"/>
                    <a:pt x="7620" y="1396722"/>
                  </a:cubicBezTo>
                  <a:cubicBezTo>
                    <a:pt x="5080" y="1312195"/>
                    <a:pt x="0" y="265846"/>
                    <a:pt x="7620" y="180038"/>
                  </a:cubicBezTo>
                  <a:cubicBezTo>
                    <a:pt x="8890" y="163389"/>
                    <a:pt x="7620" y="145459"/>
                    <a:pt x="8890" y="128810"/>
                  </a:cubicBezTo>
                  <a:cubicBezTo>
                    <a:pt x="10160" y="101914"/>
                    <a:pt x="12700" y="72458"/>
                    <a:pt x="13970" y="44450"/>
                  </a:cubicBezTo>
                  <a:cubicBezTo>
                    <a:pt x="13970" y="41910"/>
                    <a:pt x="15240" y="39370"/>
                    <a:pt x="16510" y="38100"/>
                  </a:cubicBezTo>
                  <a:cubicBezTo>
                    <a:pt x="38100" y="35560"/>
                    <a:pt x="82783" y="30480"/>
                    <a:pt x="204414" y="29210"/>
                  </a:cubicBezTo>
                  <a:cubicBezTo>
                    <a:pt x="409666" y="25400"/>
                    <a:pt x="614918" y="22860"/>
                    <a:pt x="827773" y="20320"/>
                  </a:cubicBezTo>
                  <a:cubicBezTo>
                    <a:pt x="972210" y="17780"/>
                    <a:pt x="1116646" y="16510"/>
                    <a:pt x="1253481" y="13970"/>
                  </a:cubicBezTo>
                  <a:cubicBezTo>
                    <a:pt x="1390316" y="11430"/>
                    <a:pt x="1534753" y="8890"/>
                    <a:pt x="1671588" y="8890"/>
                  </a:cubicBezTo>
                  <a:cubicBezTo>
                    <a:pt x="1823627" y="7620"/>
                    <a:pt x="1975666" y="10160"/>
                    <a:pt x="2127704" y="8890"/>
                  </a:cubicBezTo>
                  <a:cubicBezTo>
                    <a:pt x="2317753" y="8890"/>
                    <a:pt x="5761431" y="6350"/>
                    <a:pt x="5951479" y="5080"/>
                  </a:cubicBezTo>
                  <a:cubicBezTo>
                    <a:pt x="6133926" y="3810"/>
                    <a:pt x="6316373" y="2540"/>
                    <a:pt x="6506421" y="2540"/>
                  </a:cubicBezTo>
                  <a:cubicBezTo>
                    <a:pt x="6818100" y="1270"/>
                    <a:pt x="7122178" y="0"/>
                    <a:pt x="7433857" y="0"/>
                  </a:cubicBezTo>
                  <a:cubicBezTo>
                    <a:pt x="7563090" y="0"/>
                    <a:pt x="7699926" y="2540"/>
                    <a:pt x="7829158" y="2540"/>
                  </a:cubicBezTo>
                  <a:cubicBezTo>
                    <a:pt x="8186449" y="3810"/>
                    <a:pt x="8551342" y="5080"/>
                    <a:pt x="8908633" y="7620"/>
                  </a:cubicBezTo>
                  <a:cubicBezTo>
                    <a:pt x="9098682" y="8890"/>
                    <a:pt x="9288730" y="12700"/>
                    <a:pt x="9478779" y="16510"/>
                  </a:cubicBezTo>
                  <a:cubicBezTo>
                    <a:pt x="9524390" y="16510"/>
                    <a:pt x="9570003" y="16510"/>
                    <a:pt x="9608012" y="16510"/>
                  </a:cubicBezTo>
                  <a:cubicBezTo>
                    <a:pt x="9645339" y="17780"/>
                    <a:pt x="9654229" y="20320"/>
                    <a:pt x="9664389" y="21590"/>
                  </a:cubicBezTo>
                  <a:close/>
                  <a:moveTo>
                    <a:pt x="9674548" y="1708843"/>
                  </a:moveTo>
                  <a:cubicBezTo>
                    <a:pt x="9675819" y="1692333"/>
                    <a:pt x="9677089" y="1679633"/>
                    <a:pt x="9677089" y="1666933"/>
                  </a:cubicBezTo>
                  <a:cubicBezTo>
                    <a:pt x="9675819" y="1593953"/>
                    <a:pt x="9674548" y="1526075"/>
                    <a:pt x="9674548" y="1453074"/>
                  </a:cubicBezTo>
                  <a:cubicBezTo>
                    <a:pt x="9674548" y="1419775"/>
                    <a:pt x="9677089" y="1386476"/>
                    <a:pt x="9675819" y="1353177"/>
                  </a:cubicBezTo>
                  <a:cubicBezTo>
                    <a:pt x="9675819" y="1322440"/>
                    <a:pt x="9674548" y="1290422"/>
                    <a:pt x="9673279" y="1259685"/>
                  </a:cubicBezTo>
                  <a:cubicBezTo>
                    <a:pt x="9668198" y="1212298"/>
                    <a:pt x="9656769" y="231267"/>
                    <a:pt x="9656769" y="183880"/>
                  </a:cubicBezTo>
                  <a:cubicBezTo>
                    <a:pt x="9654229" y="144178"/>
                    <a:pt x="9651689" y="103195"/>
                    <a:pt x="9649148" y="63500"/>
                  </a:cubicBezTo>
                  <a:cubicBezTo>
                    <a:pt x="9647879" y="44450"/>
                    <a:pt x="9646609" y="43180"/>
                    <a:pt x="9585206" y="41910"/>
                  </a:cubicBezTo>
                  <a:cubicBezTo>
                    <a:pt x="9562400" y="41910"/>
                    <a:pt x="9547196" y="41910"/>
                    <a:pt x="9524390" y="40640"/>
                  </a:cubicBezTo>
                  <a:cubicBezTo>
                    <a:pt x="9334343" y="36830"/>
                    <a:pt x="9136691" y="31750"/>
                    <a:pt x="8946643" y="30480"/>
                  </a:cubicBezTo>
                  <a:cubicBezTo>
                    <a:pt x="8482925" y="26670"/>
                    <a:pt x="8011605" y="25400"/>
                    <a:pt x="7547887" y="22860"/>
                  </a:cubicBezTo>
                  <a:cubicBezTo>
                    <a:pt x="7479469" y="22860"/>
                    <a:pt x="7403450" y="22860"/>
                    <a:pt x="7335032" y="22860"/>
                  </a:cubicBezTo>
                  <a:cubicBezTo>
                    <a:pt x="7221004" y="22860"/>
                    <a:pt x="7106974" y="22860"/>
                    <a:pt x="7000547" y="22860"/>
                  </a:cubicBezTo>
                  <a:cubicBezTo>
                    <a:pt x="6757285" y="22860"/>
                    <a:pt x="6514023" y="22860"/>
                    <a:pt x="6278363" y="24130"/>
                  </a:cubicBezTo>
                  <a:cubicBezTo>
                    <a:pt x="6073110" y="25400"/>
                    <a:pt x="2614228" y="29210"/>
                    <a:pt x="2408976" y="29210"/>
                  </a:cubicBezTo>
                  <a:cubicBezTo>
                    <a:pt x="2074491" y="29210"/>
                    <a:pt x="1740006" y="26670"/>
                    <a:pt x="1405520" y="33020"/>
                  </a:cubicBezTo>
                  <a:cubicBezTo>
                    <a:pt x="1230675" y="36830"/>
                    <a:pt x="1063433" y="36830"/>
                    <a:pt x="896190" y="38100"/>
                  </a:cubicBezTo>
                  <a:cubicBezTo>
                    <a:pt x="607317" y="41910"/>
                    <a:pt x="318443" y="45720"/>
                    <a:pt x="49530" y="50800"/>
                  </a:cubicBezTo>
                  <a:cubicBezTo>
                    <a:pt x="36830" y="50800"/>
                    <a:pt x="34290" y="53340"/>
                    <a:pt x="33020" y="68616"/>
                  </a:cubicBezTo>
                  <a:cubicBezTo>
                    <a:pt x="31750" y="91669"/>
                    <a:pt x="31750" y="114722"/>
                    <a:pt x="30480" y="137775"/>
                  </a:cubicBezTo>
                  <a:cubicBezTo>
                    <a:pt x="29210" y="176196"/>
                    <a:pt x="26670" y="213337"/>
                    <a:pt x="25400" y="251759"/>
                  </a:cubicBezTo>
                  <a:cubicBezTo>
                    <a:pt x="20320" y="292742"/>
                    <a:pt x="26670" y="1294264"/>
                    <a:pt x="29210" y="1335247"/>
                  </a:cubicBezTo>
                  <a:cubicBezTo>
                    <a:pt x="29210" y="1378792"/>
                    <a:pt x="29210" y="1423617"/>
                    <a:pt x="30480" y="1467162"/>
                  </a:cubicBezTo>
                  <a:cubicBezTo>
                    <a:pt x="30480" y="1499180"/>
                    <a:pt x="33020" y="1531198"/>
                    <a:pt x="33020" y="1563216"/>
                  </a:cubicBezTo>
                  <a:cubicBezTo>
                    <a:pt x="33020" y="1597795"/>
                    <a:pt x="33020" y="1632374"/>
                    <a:pt x="31750" y="1666933"/>
                  </a:cubicBezTo>
                  <a:cubicBezTo>
                    <a:pt x="31750" y="1670743"/>
                    <a:pt x="31750" y="1673283"/>
                    <a:pt x="31750" y="1677093"/>
                  </a:cubicBezTo>
                  <a:cubicBezTo>
                    <a:pt x="31750" y="1687253"/>
                    <a:pt x="35560" y="1691063"/>
                    <a:pt x="44450" y="1691063"/>
                  </a:cubicBezTo>
                  <a:cubicBezTo>
                    <a:pt x="97987" y="1691063"/>
                    <a:pt x="204414" y="1692333"/>
                    <a:pt x="303239" y="1692333"/>
                  </a:cubicBezTo>
                  <a:cubicBezTo>
                    <a:pt x="447676" y="1692333"/>
                    <a:pt x="599715" y="1689793"/>
                    <a:pt x="744151" y="1692333"/>
                  </a:cubicBezTo>
                  <a:cubicBezTo>
                    <a:pt x="979812" y="1696143"/>
                    <a:pt x="1215472" y="1698683"/>
                    <a:pt x="1451132" y="1697413"/>
                  </a:cubicBezTo>
                  <a:cubicBezTo>
                    <a:pt x="1603171" y="1696143"/>
                    <a:pt x="1747607" y="1698683"/>
                    <a:pt x="1899646" y="1698683"/>
                  </a:cubicBezTo>
                  <a:cubicBezTo>
                    <a:pt x="2120102" y="1698683"/>
                    <a:pt x="2340558" y="1697413"/>
                    <a:pt x="2561015" y="1698683"/>
                  </a:cubicBezTo>
                  <a:cubicBezTo>
                    <a:pt x="2887898" y="1699953"/>
                    <a:pt x="6476013" y="1689793"/>
                    <a:pt x="6810498" y="1692333"/>
                  </a:cubicBezTo>
                  <a:cubicBezTo>
                    <a:pt x="6954935" y="1693603"/>
                    <a:pt x="7099372" y="1694873"/>
                    <a:pt x="7236207" y="1694873"/>
                  </a:cubicBezTo>
                  <a:cubicBezTo>
                    <a:pt x="7487071" y="1697413"/>
                    <a:pt x="7730333" y="1693603"/>
                    <a:pt x="7981197" y="1697413"/>
                  </a:cubicBezTo>
                  <a:cubicBezTo>
                    <a:pt x="8186449" y="1699953"/>
                    <a:pt x="8391701" y="1699953"/>
                    <a:pt x="8596954" y="1702493"/>
                  </a:cubicBezTo>
                  <a:cubicBezTo>
                    <a:pt x="8901031" y="1706303"/>
                    <a:pt x="9205109" y="1708843"/>
                    <a:pt x="9509186" y="1710113"/>
                  </a:cubicBezTo>
                  <a:cubicBezTo>
                    <a:pt x="9623216" y="1710113"/>
                    <a:pt x="9654229" y="1708843"/>
                    <a:pt x="9674548" y="1708843"/>
                  </a:cubicBezTo>
                  <a:close/>
                </a:path>
              </a:pathLst>
            </a:custGeom>
            <a:solidFill>
              <a:srgbClr val="84C6D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49369" y="6350468"/>
            <a:ext cx="14932014" cy="48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Gaegu Bold"/>
              </a:rPr>
              <a:t>ESERCITAZIONE MIRATA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7452" y="7156872"/>
            <a:ext cx="15464600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Drukaatie Burti"/>
              </a:rPr>
              <a:t>Il sistema, una volta scansionata l’immagine, ed appurato visivamente il valore di ogni singola sezione, permette all’utente di scegliere liberamente lo combinazione di regoli virtuali per il raggiungimento del “Muro del 10”.</a:t>
            </a:r>
          </a:p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24879" y="6767507"/>
            <a:ext cx="4044965" cy="174285"/>
          </a:xfrm>
          <a:custGeom>
            <a:avLst/>
            <a:gdLst/>
            <a:ahLst/>
            <a:cxnLst/>
            <a:rect r="r" b="b" t="t" l="l"/>
            <a:pathLst>
              <a:path h="174285" w="4044965">
                <a:moveTo>
                  <a:pt x="0" y="0"/>
                </a:moveTo>
                <a:lnTo>
                  <a:pt x="4044965" y="0"/>
                </a:lnTo>
                <a:lnTo>
                  <a:pt x="4044965" y="174285"/>
                </a:lnTo>
                <a:lnTo>
                  <a:pt x="0" y="17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2" t="0" r="-80330" b="-98629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3978358">
            <a:off x="714551" y="2127772"/>
            <a:ext cx="628297" cy="1079886"/>
          </a:xfrm>
          <a:custGeom>
            <a:avLst/>
            <a:gdLst/>
            <a:ahLst/>
            <a:cxnLst/>
            <a:rect r="r" b="b" t="t" l="l"/>
            <a:pathLst>
              <a:path h="1079886" w="628297">
                <a:moveTo>
                  <a:pt x="628298" y="0"/>
                </a:moveTo>
                <a:lnTo>
                  <a:pt x="0" y="0"/>
                </a:lnTo>
                <a:lnTo>
                  <a:pt x="0" y="1079886"/>
                </a:lnTo>
                <a:lnTo>
                  <a:pt x="628298" y="1079886"/>
                </a:lnTo>
                <a:lnTo>
                  <a:pt x="6282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8328514">
            <a:off x="542920" y="5758087"/>
            <a:ext cx="971559" cy="948595"/>
          </a:xfrm>
          <a:custGeom>
            <a:avLst/>
            <a:gdLst/>
            <a:ahLst/>
            <a:cxnLst/>
            <a:rect r="r" b="b" t="t" l="l"/>
            <a:pathLst>
              <a:path h="948595" w="971559">
                <a:moveTo>
                  <a:pt x="0" y="0"/>
                </a:moveTo>
                <a:lnTo>
                  <a:pt x="971560" y="0"/>
                </a:lnTo>
                <a:lnTo>
                  <a:pt x="971560" y="948595"/>
                </a:lnTo>
                <a:lnTo>
                  <a:pt x="0" y="9485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37015" y="1035099"/>
            <a:ext cx="13341254" cy="131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3"/>
              </a:lnSpc>
            </a:pPr>
            <a:r>
              <a:rPr lang="en-US" sz="6759">
                <a:solidFill>
                  <a:srgbClr val="FFFFFF"/>
                </a:solidFill>
                <a:latin typeface="Gaegu Bold"/>
              </a:rPr>
              <a:t>FUNZIONALITA’ IMPLEMENTATE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41450" y="3189424"/>
            <a:ext cx="16417850" cy="3007488"/>
            <a:chOff x="0" y="0"/>
            <a:chExt cx="9692329" cy="1775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160" y="16510"/>
              <a:ext cx="9669469" cy="1747540"/>
            </a:xfrm>
            <a:custGeom>
              <a:avLst/>
              <a:gdLst/>
              <a:ahLst/>
              <a:cxnLst/>
              <a:rect r="r" b="b" t="t" l="l"/>
              <a:pathLst>
                <a:path h="1747540" w="9669469">
                  <a:moveTo>
                    <a:pt x="9669469" y="1747540"/>
                  </a:moveTo>
                  <a:lnTo>
                    <a:pt x="0" y="1739920"/>
                  </a:lnTo>
                  <a:lnTo>
                    <a:pt x="0" y="619319"/>
                  </a:lnTo>
                  <a:lnTo>
                    <a:pt x="17780" y="19050"/>
                  </a:lnTo>
                  <a:lnTo>
                    <a:pt x="4820025" y="0"/>
                  </a:lnTo>
                  <a:lnTo>
                    <a:pt x="9650419" y="5080"/>
                  </a:lnTo>
                  <a:close/>
                </a:path>
              </a:pathLst>
            </a:custGeom>
            <a:solidFill>
              <a:srgbClr val="082A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-3810" y="0"/>
              <a:ext cx="9698679" cy="1774210"/>
            </a:xfrm>
            <a:custGeom>
              <a:avLst/>
              <a:gdLst/>
              <a:ahLst/>
              <a:cxnLst/>
              <a:rect r="r" b="b" t="t" l="l"/>
              <a:pathLst>
                <a:path h="1774210" w="9698679">
                  <a:moveTo>
                    <a:pt x="9664389" y="21590"/>
                  </a:moveTo>
                  <a:cubicBezTo>
                    <a:pt x="9665659" y="34290"/>
                    <a:pt x="9665659" y="44450"/>
                    <a:pt x="9666929" y="54610"/>
                  </a:cubicBezTo>
                  <a:cubicBezTo>
                    <a:pt x="9669469" y="89844"/>
                    <a:pt x="9670739" y="126770"/>
                    <a:pt x="9673279" y="162378"/>
                  </a:cubicBezTo>
                  <a:cubicBezTo>
                    <a:pt x="9673279" y="213811"/>
                    <a:pt x="9685979" y="1227974"/>
                    <a:pt x="9692329" y="1279407"/>
                  </a:cubicBezTo>
                  <a:cubicBezTo>
                    <a:pt x="9698679" y="1357217"/>
                    <a:pt x="9694869" y="1436345"/>
                    <a:pt x="9694869" y="1514154"/>
                  </a:cubicBezTo>
                  <a:cubicBezTo>
                    <a:pt x="9694869" y="1582732"/>
                    <a:pt x="9696139" y="1646035"/>
                    <a:pt x="9697409" y="1713250"/>
                  </a:cubicBezTo>
                  <a:cubicBezTo>
                    <a:pt x="9697409" y="1734840"/>
                    <a:pt x="9697409" y="1748810"/>
                    <a:pt x="9697409" y="1772940"/>
                  </a:cubicBezTo>
                  <a:cubicBezTo>
                    <a:pt x="9674548" y="1772940"/>
                    <a:pt x="9654229" y="1774210"/>
                    <a:pt x="9608012" y="1772940"/>
                  </a:cubicBezTo>
                  <a:cubicBezTo>
                    <a:pt x="9113886" y="1767860"/>
                    <a:pt x="8612157" y="1774210"/>
                    <a:pt x="8118032" y="1769130"/>
                  </a:cubicBezTo>
                  <a:cubicBezTo>
                    <a:pt x="7821556" y="1765320"/>
                    <a:pt x="7532683" y="1767860"/>
                    <a:pt x="7236207" y="1765320"/>
                  </a:cubicBezTo>
                  <a:cubicBezTo>
                    <a:pt x="7099372" y="1764050"/>
                    <a:pt x="6962537" y="1762780"/>
                    <a:pt x="6825702" y="1761510"/>
                  </a:cubicBezTo>
                  <a:cubicBezTo>
                    <a:pt x="6742081" y="1761510"/>
                    <a:pt x="6666061" y="1762780"/>
                    <a:pt x="6582439" y="1762780"/>
                  </a:cubicBezTo>
                  <a:cubicBezTo>
                    <a:pt x="6369586" y="1761510"/>
                    <a:pt x="5784236" y="1762780"/>
                    <a:pt x="5571382" y="1761510"/>
                  </a:cubicBezTo>
                  <a:cubicBezTo>
                    <a:pt x="5419344" y="1760240"/>
                    <a:pt x="2378568" y="1769130"/>
                    <a:pt x="2226529" y="1767860"/>
                  </a:cubicBezTo>
                  <a:cubicBezTo>
                    <a:pt x="2188520" y="1767860"/>
                    <a:pt x="2142908" y="1769130"/>
                    <a:pt x="2104898" y="1769130"/>
                  </a:cubicBezTo>
                  <a:cubicBezTo>
                    <a:pt x="2013675" y="1769130"/>
                    <a:pt x="1930054" y="1770400"/>
                    <a:pt x="1838831" y="1770400"/>
                  </a:cubicBezTo>
                  <a:cubicBezTo>
                    <a:pt x="1610772" y="1770400"/>
                    <a:pt x="1390316" y="1769130"/>
                    <a:pt x="1162258" y="1767860"/>
                  </a:cubicBezTo>
                  <a:cubicBezTo>
                    <a:pt x="1025423" y="1766590"/>
                    <a:pt x="888588" y="1765320"/>
                    <a:pt x="759355" y="1764050"/>
                  </a:cubicBezTo>
                  <a:cubicBezTo>
                    <a:pt x="516093" y="1762780"/>
                    <a:pt x="272831" y="1761510"/>
                    <a:pt x="48260" y="1761510"/>
                  </a:cubicBezTo>
                  <a:cubicBezTo>
                    <a:pt x="38100" y="1761510"/>
                    <a:pt x="29210" y="1761510"/>
                    <a:pt x="19050" y="1760240"/>
                  </a:cubicBezTo>
                  <a:cubicBezTo>
                    <a:pt x="10160" y="1758970"/>
                    <a:pt x="5080" y="1752620"/>
                    <a:pt x="7620" y="1743730"/>
                  </a:cubicBezTo>
                  <a:cubicBezTo>
                    <a:pt x="16510" y="1711976"/>
                    <a:pt x="12700" y="1679005"/>
                    <a:pt x="11430" y="1644716"/>
                  </a:cubicBezTo>
                  <a:cubicBezTo>
                    <a:pt x="10160" y="1574820"/>
                    <a:pt x="6350" y="1506242"/>
                    <a:pt x="7620" y="1436345"/>
                  </a:cubicBezTo>
                  <a:cubicBezTo>
                    <a:pt x="5080" y="1349304"/>
                    <a:pt x="0" y="271839"/>
                    <a:pt x="7620" y="183479"/>
                  </a:cubicBezTo>
                  <a:cubicBezTo>
                    <a:pt x="8890" y="166334"/>
                    <a:pt x="7620" y="147871"/>
                    <a:pt x="8890" y="130726"/>
                  </a:cubicBezTo>
                  <a:cubicBezTo>
                    <a:pt x="10160" y="103032"/>
                    <a:pt x="12700" y="72699"/>
                    <a:pt x="13970" y="44450"/>
                  </a:cubicBezTo>
                  <a:cubicBezTo>
                    <a:pt x="13970" y="41910"/>
                    <a:pt x="15240" y="39370"/>
                    <a:pt x="16510" y="38100"/>
                  </a:cubicBezTo>
                  <a:cubicBezTo>
                    <a:pt x="38100" y="35560"/>
                    <a:pt x="82783" y="30480"/>
                    <a:pt x="204414" y="29210"/>
                  </a:cubicBezTo>
                  <a:cubicBezTo>
                    <a:pt x="409666" y="25400"/>
                    <a:pt x="614918" y="22860"/>
                    <a:pt x="827773" y="20320"/>
                  </a:cubicBezTo>
                  <a:cubicBezTo>
                    <a:pt x="972210" y="17780"/>
                    <a:pt x="1116646" y="16510"/>
                    <a:pt x="1253481" y="13970"/>
                  </a:cubicBezTo>
                  <a:cubicBezTo>
                    <a:pt x="1390316" y="11430"/>
                    <a:pt x="1534753" y="8890"/>
                    <a:pt x="1671588" y="8890"/>
                  </a:cubicBezTo>
                  <a:cubicBezTo>
                    <a:pt x="1823627" y="7620"/>
                    <a:pt x="1975666" y="10160"/>
                    <a:pt x="2127704" y="8890"/>
                  </a:cubicBezTo>
                  <a:cubicBezTo>
                    <a:pt x="2317753" y="8890"/>
                    <a:pt x="5761431" y="6350"/>
                    <a:pt x="5951479" y="5080"/>
                  </a:cubicBezTo>
                  <a:cubicBezTo>
                    <a:pt x="6133926" y="3810"/>
                    <a:pt x="6316373" y="2540"/>
                    <a:pt x="6506421" y="2540"/>
                  </a:cubicBezTo>
                  <a:cubicBezTo>
                    <a:pt x="6818100" y="1270"/>
                    <a:pt x="7122178" y="0"/>
                    <a:pt x="7433857" y="0"/>
                  </a:cubicBezTo>
                  <a:cubicBezTo>
                    <a:pt x="7563090" y="0"/>
                    <a:pt x="7699926" y="2540"/>
                    <a:pt x="7829158" y="2540"/>
                  </a:cubicBezTo>
                  <a:cubicBezTo>
                    <a:pt x="8186449" y="3810"/>
                    <a:pt x="8551342" y="5080"/>
                    <a:pt x="8908633" y="7620"/>
                  </a:cubicBezTo>
                  <a:cubicBezTo>
                    <a:pt x="9098682" y="8890"/>
                    <a:pt x="9288730" y="12700"/>
                    <a:pt x="9478779" y="16510"/>
                  </a:cubicBezTo>
                  <a:cubicBezTo>
                    <a:pt x="9524390" y="16510"/>
                    <a:pt x="9570003" y="16510"/>
                    <a:pt x="9608012" y="16510"/>
                  </a:cubicBezTo>
                  <a:cubicBezTo>
                    <a:pt x="9645339" y="17780"/>
                    <a:pt x="9654229" y="20320"/>
                    <a:pt x="9664389" y="21590"/>
                  </a:cubicBezTo>
                  <a:close/>
                  <a:moveTo>
                    <a:pt x="9674548" y="1756430"/>
                  </a:moveTo>
                  <a:cubicBezTo>
                    <a:pt x="9675819" y="1739920"/>
                    <a:pt x="9677089" y="1727220"/>
                    <a:pt x="9677089" y="1714520"/>
                  </a:cubicBezTo>
                  <a:cubicBezTo>
                    <a:pt x="9675819" y="1639441"/>
                    <a:pt x="9674548" y="1569545"/>
                    <a:pt x="9674548" y="1494373"/>
                  </a:cubicBezTo>
                  <a:cubicBezTo>
                    <a:pt x="9674548" y="1460084"/>
                    <a:pt x="9677089" y="1425795"/>
                    <a:pt x="9675819" y="1391506"/>
                  </a:cubicBezTo>
                  <a:cubicBezTo>
                    <a:pt x="9675819" y="1359854"/>
                    <a:pt x="9674548" y="1326884"/>
                    <a:pt x="9673279" y="1295233"/>
                  </a:cubicBezTo>
                  <a:cubicBezTo>
                    <a:pt x="9668198" y="1246437"/>
                    <a:pt x="9656769" y="236231"/>
                    <a:pt x="9656769" y="187435"/>
                  </a:cubicBezTo>
                  <a:cubicBezTo>
                    <a:pt x="9654229" y="146552"/>
                    <a:pt x="9651689" y="104350"/>
                    <a:pt x="9649148" y="63500"/>
                  </a:cubicBezTo>
                  <a:cubicBezTo>
                    <a:pt x="9647879" y="44450"/>
                    <a:pt x="9646609" y="43180"/>
                    <a:pt x="9585206" y="41910"/>
                  </a:cubicBezTo>
                  <a:cubicBezTo>
                    <a:pt x="9562400" y="41910"/>
                    <a:pt x="9547196" y="41910"/>
                    <a:pt x="9524390" y="40640"/>
                  </a:cubicBezTo>
                  <a:cubicBezTo>
                    <a:pt x="9334343" y="36830"/>
                    <a:pt x="9136691" y="31750"/>
                    <a:pt x="8946643" y="30480"/>
                  </a:cubicBezTo>
                  <a:cubicBezTo>
                    <a:pt x="8482925" y="26670"/>
                    <a:pt x="8011605" y="25400"/>
                    <a:pt x="7547887" y="22860"/>
                  </a:cubicBezTo>
                  <a:cubicBezTo>
                    <a:pt x="7479469" y="22860"/>
                    <a:pt x="7403450" y="22860"/>
                    <a:pt x="7335032" y="22860"/>
                  </a:cubicBezTo>
                  <a:cubicBezTo>
                    <a:pt x="7221004" y="22860"/>
                    <a:pt x="7106974" y="22860"/>
                    <a:pt x="7000547" y="22860"/>
                  </a:cubicBezTo>
                  <a:cubicBezTo>
                    <a:pt x="6757285" y="22860"/>
                    <a:pt x="6514023" y="22860"/>
                    <a:pt x="6278363" y="24130"/>
                  </a:cubicBezTo>
                  <a:cubicBezTo>
                    <a:pt x="6073110" y="25400"/>
                    <a:pt x="2614228" y="29210"/>
                    <a:pt x="2408976" y="29210"/>
                  </a:cubicBezTo>
                  <a:cubicBezTo>
                    <a:pt x="2074491" y="29210"/>
                    <a:pt x="1740006" y="26670"/>
                    <a:pt x="1405520" y="33020"/>
                  </a:cubicBezTo>
                  <a:cubicBezTo>
                    <a:pt x="1230675" y="36830"/>
                    <a:pt x="1063433" y="36830"/>
                    <a:pt x="896190" y="38100"/>
                  </a:cubicBezTo>
                  <a:cubicBezTo>
                    <a:pt x="607317" y="41910"/>
                    <a:pt x="318443" y="45720"/>
                    <a:pt x="49530" y="50800"/>
                  </a:cubicBezTo>
                  <a:cubicBezTo>
                    <a:pt x="36830" y="50800"/>
                    <a:pt x="34290" y="53340"/>
                    <a:pt x="33020" y="68743"/>
                  </a:cubicBezTo>
                  <a:cubicBezTo>
                    <a:pt x="31750" y="92481"/>
                    <a:pt x="31750" y="116220"/>
                    <a:pt x="30480" y="139958"/>
                  </a:cubicBezTo>
                  <a:cubicBezTo>
                    <a:pt x="29210" y="179522"/>
                    <a:pt x="26670" y="217768"/>
                    <a:pt x="25400" y="257332"/>
                  </a:cubicBezTo>
                  <a:cubicBezTo>
                    <a:pt x="20320" y="299534"/>
                    <a:pt x="26670" y="1330840"/>
                    <a:pt x="29210" y="1373042"/>
                  </a:cubicBezTo>
                  <a:cubicBezTo>
                    <a:pt x="29210" y="1417882"/>
                    <a:pt x="29210" y="1464040"/>
                    <a:pt x="30480" y="1508879"/>
                  </a:cubicBezTo>
                  <a:cubicBezTo>
                    <a:pt x="30480" y="1541849"/>
                    <a:pt x="33020" y="1574820"/>
                    <a:pt x="33020" y="1607790"/>
                  </a:cubicBezTo>
                  <a:cubicBezTo>
                    <a:pt x="33020" y="1643398"/>
                    <a:pt x="33020" y="1679005"/>
                    <a:pt x="31750" y="1714520"/>
                  </a:cubicBezTo>
                  <a:cubicBezTo>
                    <a:pt x="31750" y="1718330"/>
                    <a:pt x="31750" y="1720870"/>
                    <a:pt x="31750" y="1724680"/>
                  </a:cubicBezTo>
                  <a:cubicBezTo>
                    <a:pt x="31750" y="1734840"/>
                    <a:pt x="35560" y="1738650"/>
                    <a:pt x="44450" y="1738650"/>
                  </a:cubicBezTo>
                  <a:cubicBezTo>
                    <a:pt x="97987" y="1738650"/>
                    <a:pt x="204414" y="1739920"/>
                    <a:pt x="303239" y="1739920"/>
                  </a:cubicBezTo>
                  <a:cubicBezTo>
                    <a:pt x="447676" y="1739920"/>
                    <a:pt x="599715" y="1737380"/>
                    <a:pt x="744151" y="1739920"/>
                  </a:cubicBezTo>
                  <a:cubicBezTo>
                    <a:pt x="979812" y="1743730"/>
                    <a:pt x="1215472" y="1746270"/>
                    <a:pt x="1451132" y="1745000"/>
                  </a:cubicBezTo>
                  <a:cubicBezTo>
                    <a:pt x="1603171" y="1743730"/>
                    <a:pt x="1747607" y="1746270"/>
                    <a:pt x="1899646" y="1746270"/>
                  </a:cubicBezTo>
                  <a:cubicBezTo>
                    <a:pt x="2120102" y="1746270"/>
                    <a:pt x="2340558" y="1745000"/>
                    <a:pt x="2561015" y="1746270"/>
                  </a:cubicBezTo>
                  <a:cubicBezTo>
                    <a:pt x="2887898" y="1747540"/>
                    <a:pt x="6476013" y="1737380"/>
                    <a:pt x="6810498" y="1739920"/>
                  </a:cubicBezTo>
                  <a:cubicBezTo>
                    <a:pt x="6954935" y="1741190"/>
                    <a:pt x="7099372" y="1742460"/>
                    <a:pt x="7236207" y="1742460"/>
                  </a:cubicBezTo>
                  <a:cubicBezTo>
                    <a:pt x="7487071" y="1745000"/>
                    <a:pt x="7730333" y="1741190"/>
                    <a:pt x="7981197" y="1745000"/>
                  </a:cubicBezTo>
                  <a:cubicBezTo>
                    <a:pt x="8186449" y="1747540"/>
                    <a:pt x="8391701" y="1747540"/>
                    <a:pt x="8596954" y="1750080"/>
                  </a:cubicBezTo>
                  <a:cubicBezTo>
                    <a:pt x="8901031" y="1753890"/>
                    <a:pt x="9205109" y="1756430"/>
                    <a:pt x="9509186" y="1757700"/>
                  </a:cubicBezTo>
                  <a:cubicBezTo>
                    <a:pt x="9623216" y="1757700"/>
                    <a:pt x="9654229" y="1756430"/>
                    <a:pt x="9674548" y="1756430"/>
                  </a:cubicBezTo>
                  <a:close/>
                </a:path>
              </a:pathLst>
            </a:custGeom>
            <a:solidFill>
              <a:srgbClr val="F47279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22007" y="3390726"/>
            <a:ext cx="9688125" cy="48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Gaegu Bold"/>
              </a:rPr>
              <a:t>INTERAZIONE DINAMICA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7452" y="4385531"/>
            <a:ext cx="15464600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Drukaatie Burti"/>
              </a:rPr>
              <a:t>Gli utenti, principalmente bambini, possono interagire con le rappresentazioni 3D dei regoli attraverso la schermata di gioco dell’applicazione installata sul proprio dispositivo mobile.</a:t>
            </a:r>
          </a:p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16783" y="3822561"/>
            <a:ext cx="4113593" cy="177242"/>
          </a:xfrm>
          <a:custGeom>
            <a:avLst/>
            <a:gdLst/>
            <a:ahLst/>
            <a:cxnLst/>
            <a:rect r="r" b="b" t="t" l="l"/>
            <a:pathLst>
              <a:path h="177242" w="4113593">
                <a:moveTo>
                  <a:pt x="0" y="0"/>
                </a:moveTo>
                <a:lnTo>
                  <a:pt x="4113593" y="0"/>
                </a:lnTo>
                <a:lnTo>
                  <a:pt x="4113593" y="177242"/>
                </a:lnTo>
                <a:lnTo>
                  <a:pt x="0" y="177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12" t="0" r="-80330" b="-98629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0800000">
            <a:off x="841450" y="6750956"/>
            <a:ext cx="16417850" cy="1984595"/>
            <a:chOff x="0" y="0"/>
            <a:chExt cx="9692329" cy="11716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160" y="16510"/>
              <a:ext cx="9669469" cy="1143672"/>
            </a:xfrm>
            <a:custGeom>
              <a:avLst/>
              <a:gdLst/>
              <a:ahLst/>
              <a:cxnLst/>
              <a:rect r="r" b="b" t="t" l="l"/>
              <a:pathLst>
                <a:path h="1143672" w="9669469">
                  <a:moveTo>
                    <a:pt x="9669469" y="1143672"/>
                  </a:moveTo>
                  <a:lnTo>
                    <a:pt x="0" y="1136052"/>
                  </a:lnTo>
                  <a:lnTo>
                    <a:pt x="0" y="409882"/>
                  </a:lnTo>
                  <a:lnTo>
                    <a:pt x="17780" y="19050"/>
                  </a:lnTo>
                  <a:lnTo>
                    <a:pt x="4820025" y="0"/>
                  </a:lnTo>
                  <a:lnTo>
                    <a:pt x="9650419" y="5080"/>
                  </a:lnTo>
                  <a:close/>
                </a:path>
              </a:pathLst>
            </a:custGeom>
            <a:solidFill>
              <a:srgbClr val="082A4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-3810" y="0"/>
              <a:ext cx="9698679" cy="1170341"/>
            </a:xfrm>
            <a:custGeom>
              <a:avLst/>
              <a:gdLst/>
              <a:ahLst/>
              <a:cxnLst/>
              <a:rect r="r" b="b" t="t" l="l"/>
              <a:pathLst>
                <a:path h="1170341" w="9698679">
                  <a:moveTo>
                    <a:pt x="9664389" y="21590"/>
                  </a:moveTo>
                  <a:cubicBezTo>
                    <a:pt x="9665659" y="34290"/>
                    <a:pt x="9665659" y="44450"/>
                    <a:pt x="9666929" y="54610"/>
                  </a:cubicBezTo>
                  <a:cubicBezTo>
                    <a:pt x="9669469" y="80500"/>
                    <a:pt x="9670739" y="103894"/>
                    <a:pt x="9673279" y="126452"/>
                  </a:cubicBezTo>
                  <a:cubicBezTo>
                    <a:pt x="9673279" y="159036"/>
                    <a:pt x="9685979" y="801526"/>
                    <a:pt x="9692329" y="834110"/>
                  </a:cubicBezTo>
                  <a:cubicBezTo>
                    <a:pt x="9698679" y="883404"/>
                    <a:pt x="9694869" y="933534"/>
                    <a:pt x="9694869" y="982827"/>
                  </a:cubicBezTo>
                  <a:cubicBezTo>
                    <a:pt x="9694869" y="1026273"/>
                    <a:pt x="9696139" y="1066376"/>
                    <a:pt x="9697409" y="1109381"/>
                  </a:cubicBezTo>
                  <a:cubicBezTo>
                    <a:pt x="9697409" y="1130972"/>
                    <a:pt x="9697409" y="1144941"/>
                    <a:pt x="9697409" y="1169072"/>
                  </a:cubicBezTo>
                  <a:cubicBezTo>
                    <a:pt x="9674548" y="1169072"/>
                    <a:pt x="9654229" y="1170341"/>
                    <a:pt x="9608012" y="1169072"/>
                  </a:cubicBezTo>
                  <a:cubicBezTo>
                    <a:pt x="9113886" y="1163991"/>
                    <a:pt x="8612157" y="1170341"/>
                    <a:pt x="8118032" y="1165262"/>
                  </a:cubicBezTo>
                  <a:cubicBezTo>
                    <a:pt x="7821556" y="1161451"/>
                    <a:pt x="7532683" y="1163991"/>
                    <a:pt x="7236207" y="1161451"/>
                  </a:cubicBezTo>
                  <a:cubicBezTo>
                    <a:pt x="7099372" y="1160181"/>
                    <a:pt x="6962537" y="1158912"/>
                    <a:pt x="6825702" y="1157641"/>
                  </a:cubicBezTo>
                  <a:cubicBezTo>
                    <a:pt x="6742081" y="1157641"/>
                    <a:pt x="6666061" y="1158912"/>
                    <a:pt x="6582439" y="1158912"/>
                  </a:cubicBezTo>
                  <a:cubicBezTo>
                    <a:pt x="6369586" y="1157641"/>
                    <a:pt x="5784236" y="1158912"/>
                    <a:pt x="5571382" y="1157641"/>
                  </a:cubicBezTo>
                  <a:cubicBezTo>
                    <a:pt x="5419344" y="1156372"/>
                    <a:pt x="2378568" y="1165262"/>
                    <a:pt x="2226529" y="1163991"/>
                  </a:cubicBezTo>
                  <a:cubicBezTo>
                    <a:pt x="2188520" y="1163991"/>
                    <a:pt x="2142908" y="1165262"/>
                    <a:pt x="2104898" y="1165262"/>
                  </a:cubicBezTo>
                  <a:cubicBezTo>
                    <a:pt x="2013675" y="1165262"/>
                    <a:pt x="1930054" y="1166531"/>
                    <a:pt x="1838831" y="1166531"/>
                  </a:cubicBezTo>
                  <a:cubicBezTo>
                    <a:pt x="1610772" y="1166531"/>
                    <a:pt x="1390316" y="1165262"/>
                    <a:pt x="1162258" y="1163991"/>
                  </a:cubicBezTo>
                  <a:cubicBezTo>
                    <a:pt x="1025423" y="1162722"/>
                    <a:pt x="888588" y="1161451"/>
                    <a:pt x="759355" y="1160181"/>
                  </a:cubicBezTo>
                  <a:cubicBezTo>
                    <a:pt x="516093" y="1158912"/>
                    <a:pt x="272831" y="1157641"/>
                    <a:pt x="48260" y="1157641"/>
                  </a:cubicBezTo>
                  <a:cubicBezTo>
                    <a:pt x="38100" y="1157641"/>
                    <a:pt x="29210" y="1157641"/>
                    <a:pt x="19050" y="1156372"/>
                  </a:cubicBezTo>
                  <a:cubicBezTo>
                    <a:pt x="10160" y="1155101"/>
                    <a:pt x="5080" y="1148751"/>
                    <a:pt x="7620" y="1139862"/>
                  </a:cubicBezTo>
                  <a:cubicBezTo>
                    <a:pt x="16510" y="1108151"/>
                    <a:pt x="12700" y="1087263"/>
                    <a:pt x="11430" y="1065541"/>
                  </a:cubicBezTo>
                  <a:cubicBezTo>
                    <a:pt x="10160" y="1021260"/>
                    <a:pt x="6350" y="977814"/>
                    <a:pt x="7620" y="933534"/>
                  </a:cubicBezTo>
                  <a:cubicBezTo>
                    <a:pt x="5080" y="878391"/>
                    <a:pt x="0" y="195797"/>
                    <a:pt x="7620" y="139820"/>
                  </a:cubicBezTo>
                  <a:cubicBezTo>
                    <a:pt x="8890" y="128958"/>
                    <a:pt x="7620" y="117261"/>
                    <a:pt x="8890" y="106400"/>
                  </a:cubicBezTo>
                  <a:cubicBezTo>
                    <a:pt x="10160" y="88855"/>
                    <a:pt x="12700" y="69639"/>
                    <a:pt x="13970" y="44450"/>
                  </a:cubicBezTo>
                  <a:cubicBezTo>
                    <a:pt x="13970" y="41910"/>
                    <a:pt x="15240" y="39370"/>
                    <a:pt x="16510" y="38100"/>
                  </a:cubicBezTo>
                  <a:cubicBezTo>
                    <a:pt x="38100" y="35560"/>
                    <a:pt x="82783" y="30480"/>
                    <a:pt x="204414" y="29210"/>
                  </a:cubicBezTo>
                  <a:cubicBezTo>
                    <a:pt x="409666" y="25400"/>
                    <a:pt x="614918" y="22860"/>
                    <a:pt x="827773" y="20320"/>
                  </a:cubicBezTo>
                  <a:cubicBezTo>
                    <a:pt x="972210" y="17780"/>
                    <a:pt x="1116646" y="16510"/>
                    <a:pt x="1253481" y="13970"/>
                  </a:cubicBezTo>
                  <a:cubicBezTo>
                    <a:pt x="1390316" y="11430"/>
                    <a:pt x="1534753" y="8890"/>
                    <a:pt x="1671588" y="8890"/>
                  </a:cubicBezTo>
                  <a:cubicBezTo>
                    <a:pt x="1823627" y="7620"/>
                    <a:pt x="1975666" y="10160"/>
                    <a:pt x="2127704" y="8890"/>
                  </a:cubicBezTo>
                  <a:cubicBezTo>
                    <a:pt x="2317753" y="8890"/>
                    <a:pt x="5761431" y="6350"/>
                    <a:pt x="5951479" y="5080"/>
                  </a:cubicBezTo>
                  <a:cubicBezTo>
                    <a:pt x="6133926" y="3810"/>
                    <a:pt x="6316373" y="2540"/>
                    <a:pt x="6506421" y="2540"/>
                  </a:cubicBezTo>
                  <a:cubicBezTo>
                    <a:pt x="6818100" y="1270"/>
                    <a:pt x="7122178" y="0"/>
                    <a:pt x="7433857" y="0"/>
                  </a:cubicBezTo>
                  <a:cubicBezTo>
                    <a:pt x="7563090" y="0"/>
                    <a:pt x="7699926" y="2540"/>
                    <a:pt x="7829158" y="2540"/>
                  </a:cubicBezTo>
                  <a:cubicBezTo>
                    <a:pt x="8186449" y="3810"/>
                    <a:pt x="8551342" y="5080"/>
                    <a:pt x="8908633" y="7620"/>
                  </a:cubicBezTo>
                  <a:cubicBezTo>
                    <a:pt x="9098682" y="8890"/>
                    <a:pt x="9288730" y="12700"/>
                    <a:pt x="9478779" y="16510"/>
                  </a:cubicBezTo>
                  <a:cubicBezTo>
                    <a:pt x="9524390" y="16510"/>
                    <a:pt x="9570003" y="16510"/>
                    <a:pt x="9608012" y="16510"/>
                  </a:cubicBezTo>
                  <a:cubicBezTo>
                    <a:pt x="9645339" y="17780"/>
                    <a:pt x="9654229" y="20320"/>
                    <a:pt x="9664389" y="21590"/>
                  </a:cubicBezTo>
                  <a:close/>
                  <a:moveTo>
                    <a:pt x="9674548" y="1152562"/>
                  </a:moveTo>
                  <a:cubicBezTo>
                    <a:pt x="9675819" y="1136051"/>
                    <a:pt x="9677089" y="1123351"/>
                    <a:pt x="9677089" y="1110651"/>
                  </a:cubicBezTo>
                  <a:cubicBezTo>
                    <a:pt x="9675819" y="1062199"/>
                    <a:pt x="9674548" y="1017918"/>
                    <a:pt x="9674548" y="970295"/>
                  </a:cubicBezTo>
                  <a:cubicBezTo>
                    <a:pt x="9674548" y="948572"/>
                    <a:pt x="9677089" y="926850"/>
                    <a:pt x="9675819" y="905127"/>
                  </a:cubicBezTo>
                  <a:cubicBezTo>
                    <a:pt x="9675819" y="885075"/>
                    <a:pt x="9674548" y="864188"/>
                    <a:pt x="9673279" y="844136"/>
                  </a:cubicBezTo>
                  <a:cubicBezTo>
                    <a:pt x="9668198" y="813223"/>
                    <a:pt x="9656769" y="173239"/>
                    <a:pt x="9656769" y="142326"/>
                  </a:cubicBezTo>
                  <a:cubicBezTo>
                    <a:pt x="9654229" y="116426"/>
                    <a:pt x="9651689" y="89690"/>
                    <a:pt x="9649148" y="63500"/>
                  </a:cubicBezTo>
                  <a:cubicBezTo>
                    <a:pt x="9647879" y="44450"/>
                    <a:pt x="9646609" y="43180"/>
                    <a:pt x="9585206" y="41910"/>
                  </a:cubicBezTo>
                  <a:cubicBezTo>
                    <a:pt x="9562400" y="41910"/>
                    <a:pt x="9547196" y="41910"/>
                    <a:pt x="9524390" y="40640"/>
                  </a:cubicBezTo>
                  <a:cubicBezTo>
                    <a:pt x="9334343" y="36830"/>
                    <a:pt x="9136691" y="31750"/>
                    <a:pt x="8946643" y="30480"/>
                  </a:cubicBezTo>
                  <a:cubicBezTo>
                    <a:pt x="8482925" y="26670"/>
                    <a:pt x="8011605" y="25400"/>
                    <a:pt x="7547887" y="22860"/>
                  </a:cubicBezTo>
                  <a:cubicBezTo>
                    <a:pt x="7479469" y="22860"/>
                    <a:pt x="7403450" y="22860"/>
                    <a:pt x="7335032" y="22860"/>
                  </a:cubicBezTo>
                  <a:cubicBezTo>
                    <a:pt x="7221004" y="22860"/>
                    <a:pt x="7106974" y="22860"/>
                    <a:pt x="7000547" y="22860"/>
                  </a:cubicBezTo>
                  <a:cubicBezTo>
                    <a:pt x="6757285" y="22860"/>
                    <a:pt x="6514023" y="22860"/>
                    <a:pt x="6278363" y="24130"/>
                  </a:cubicBezTo>
                  <a:cubicBezTo>
                    <a:pt x="6073110" y="25400"/>
                    <a:pt x="2614228" y="29210"/>
                    <a:pt x="2408976" y="29210"/>
                  </a:cubicBezTo>
                  <a:cubicBezTo>
                    <a:pt x="2074491" y="29210"/>
                    <a:pt x="1740006" y="26670"/>
                    <a:pt x="1405520" y="33020"/>
                  </a:cubicBezTo>
                  <a:cubicBezTo>
                    <a:pt x="1230675" y="36830"/>
                    <a:pt x="1063433" y="36830"/>
                    <a:pt x="896190" y="38100"/>
                  </a:cubicBezTo>
                  <a:cubicBezTo>
                    <a:pt x="607317" y="41910"/>
                    <a:pt x="318443" y="45720"/>
                    <a:pt x="49530" y="50800"/>
                  </a:cubicBezTo>
                  <a:cubicBezTo>
                    <a:pt x="36830" y="50800"/>
                    <a:pt x="34290" y="53340"/>
                    <a:pt x="33020" y="67132"/>
                  </a:cubicBezTo>
                  <a:cubicBezTo>
                    <a:pt x="31750" y="82171"/>
                    <a:pt x="31750" y="97210"/>
                    <a:pt x="30480" y="112248"/>
                  </a:cubicBezTo>
                  <a:cubicBezTo>
                    <a:pt x="29210" y="137313"/>
                    <a:pt x="26670" y="161542"/>
                    <a:pt x="25400" y="186607"/>
                  </a:cubicBezTo>
                  <a:cubicBezTo>
                    <a:pt x="20320" y="213343"/>
                    <a:pt x="26670" y="866694"/>
                    <a:pt x="29210" y="893430"/>
                  </a:cubicBezTo>
                  <a:cubicBezTo>
                    <a:pt x="29210" y="921837"/>
                    <a:pt x="29210" y="951079"/>
                    <a:pt x="30480" y="979485"/>
                  </a:cubicBezTo>
                  <a:cubicBezTo>
                    <a:pt x="30480" y="1000373"/>
                    <a:pt x="33020" y="1021260"/>
                    <a:pt x="33020" y="1042147"/>
                  </a:cubicBezTo>
                  <a:cubicBezTo>
                    <a:pt x="33020" y="1064705"/>
                    <a:pt x="33020" y="1087263"/>
                    <a:pt x="31750" y="1110651"/>
                  </a:cubicBezTo>
                  <a:cubicBezTo>
                    <a:pt x="31750" y="1114462"/>
                    <a:pt x="31750" y="1117001"/>
                    <a:pt x="31750" y="1120812"/>
                  </a:cubicBezTo>
                  <a:cubicBezTo>
                    <a:pt x="31750" y="1130972"/>
                    <a:pt x="35560" y="1134782"/>
                    <a:pt x="44450" y="1134782"/>
                  </a:cubicBezTo>
                  <a:cubicBezTo>
                    <a:pt x="97987" y="1134782"/>
                    <a:pt x="204414" y="1136051"/>
                    <a:pt x="303239" y="1136051"/>
                  </a:cubicBezTo>
                  <a:cubicBezTo>
                    <a:pt x="447676" y="1136051"/>
                    <a:pt x="599715" y="1133512"/>
                    <a:pt x="744151" y="1136051"/>
                  </a:cubicBezTo>
                  <a:cubicBezTo>
                    <a:pt x="979812" y="1139862"/>
                    <a:pt x="1215472" y="1142401"/>
                    <a:pt x="1451132" y="1141132"/>
                  </a:cubicBezTo>
                  <a:cubicBezTo>
                    <a:pt x="1603171" y="1139862"/>
                    <a:pt x="1747607" y="1142401"/>
                    <a:pt x="1899646" y="1142401"/>
                  </a:cubicBezTo>
                  <a:cubicBezTo>
                    <a:pt x="2120102" y="1142401"/>
                    <a:pt x="2340558" y="1141132"/>
                    <a:pt x="2561015" y="1142401"/>
                  </a:cubicBezTo>
                  <a:cubicBezTo>
                    <a:pt x="2887898" y="1143672"/>
                    <a:pt x="6476013" y="1133512"/>
                    <a:pt x="6810498" y="1136051"/>
                  </a:cubicBezTo>
                  <a:cubicBezTo>
                    <a:pt x="6954935" y="1137322"/>
                    <a:pt x="7099372" y="1138591"/>
                    <a:pt x="7236207" y="1138591"/>
                  </a:cubicBezTo>
                  <a:cubicBezTo>
                    <a:pt x="7487071" y="1141132"/>
                    <a:pt x="7730333" y="1137322"/>
                    <a:pt x="7981197" y="1141132"/>
                  </a:cubicBezTo>
                  <a:cubicBezTo>
                    <a:pt x="8186449" y="1143672"/>
                    <a:pt x="8391701" y="1143672"/>
                    <a:pt x="8596954" y="1146212"/>
                  </a:cubicBezTo>
                  <a:cubicBezTo>
                    <a:pt x="8901031" y="1150022"/>
                    <a:pt x="9205109" y="1152562"/>
                    <a:pt x="9509186" y="1153832"/>
                  </a:cubicBezTo>
                  <a:cubicBezTo>
                    <a:pt x="9623216" y="1153832"/>
                    <a:pt x="9654229" y="1152562"/>
                    <a:pt x="9674548" y="1152562"/>
                  </a:cubicBezTo>
                  <a:close/>
                </a:path>
              </a:pathLst>
            </a:custGeom>
            <a:solidFill>
              <a:srgbClr val="FFC7C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85902" y="7000254"/>
            <a:ext cx="13723432" cy="48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Gaegu Bold"/>
              </a:rPr>
              <a:t>FEEDBACK ISTANTANEO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7452" y="7820516"/>
            <a:ext cx="15464600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Drukaatie Burti"/>
              </a:rPr>
              <a:t>Dopo aver risolto l’esercizio, il sistema fornisce un feedback istantaneo, sia in caso positivo, che negativo.</a:t>
            </a:r>
          </a:p>
          <a:p>
            <a:pPr algn="just" marL="0" indent="0" lvl="0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22007" y="7468039"/>
            <a:ext cx="3703146" cy="159557"/>
          </a:xfrm>
          <a:custGeom>
            <a:avLst/>
            <a:gdLst/>
            <a:ahLst/>
            <a:cxnLst/>
            <a:rect r="r" b="b" t="t" l="l"/>
            <a:pathLst>
              <a:path h="159557" w="3703146">
                <a:moveTo>
                  <a:pt x="0" y="0"/>
                </a:moveTo>
                <a:lnTo>
                  <a:pt x="3703145" y="0"/>
                </a:lnTo>
                <a:lnTo>
                  <a:pt x="3703145" y="159558"/>
                </a:lnTo>
                <a:lnTo>
                  <a:pt x="0" y="15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2" t="0" r="-80330" b="-98629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3978358">
            <a:off x="714551" y="2777974"/>
            <a:ext cx="628297" cy="1079886"/>
          </a:xfrm>
          <a:custGeom>
            <a:avLst/>
            <a:gdLst/>
            <a:ahLst/>
            <a:cxnLst/>
            <a:rect r="r" b="b" t="t" l="l"/>
            <a:pathLst>
              <a:path h="1079886" w="628297">
                <a:moveTo>
                  <a:pt x="628298" y="0"/>
                </a:moveTo>
                <a:lnTo>
                  <a:pt x="0" y="0"/>
                </a:lnTo>
                <a:lnTo>
                  <a:pt x="0" y="1079885"/>
                </a:lnTo>
                <a:lnTo>
                  <a:pt x="628298" y="1079885"/>
                </a:lnTo>
                <a:lnTo>
                  <a:pt x="6282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987158">
            <a:off x="480515" y="6508143"/>
            <a:ext cx="946329" cy="648666"/>
          </a:xfrm>
          <a:custGeom>
            <a:avLst/>
            <a:gdLst/>
            <a:ahLst/>
            <a:cxnLst/>
            <a:rect r="r" b="b" t="t" l="l"/>
            <a:pathLst>
              <a:path h="648666" w="946329">
                <a:moveTo>
                  <a:pt x="0" y="0"/>
                </a:moveTo>
                <a:lnTo>
                  <a:pt x="946329" y="0"/>
                </a:lnTo>
                <a:lnTo>
                  <a:pt x="946329" y="648666"/>
                </a:lnTo>
                <a:lnTo>
                  <a:pt x="0" y="6486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37015" y="1035099"/>
            <a:ext cx="13341254" cy="131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3"/>
              </a:lnSpc>
            </a:pPr>
            <a:r>
              <a:rPr lang="en-US" sz="6759">
                <a:solidFill>
                  <a:srgbClr val="FFFFFF"/>
                </a:solidFill>
                <a:latin typeface="Gaegu Bold"/>
              </a:rPr>
              <a:t>FUNZIONALITA’ IMPLEMENTATE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020976" y="-824133"/>
            <a:ext cx="8213707" cy="11951160"/>
          </a:xfrm>
          <a:custGeom>
            <a:avLst/>
            <a:gdLst/>
            <a:ahLst/>
            <a:cxnLst/>
            <a:rect r="r" b="b" t="t" l="l"/>
            <a:pathLst>
              <a:path h="11951160" w="8213707">
                <a:moveTo>
                  <a:pt x="0" y="0"/>
                </a:moveTo>
                <a:lnTo>
                  <a:pt x="8213706" y="0"/>
                </a:lnTo>
                <a:lnTo>
                  <a:pt x="8213706" y="11951160"/>
                </a:lnTo>
                <a:lnTo>
                  <a:pt x="0" y="11951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93709" y="1472908"/>
            <a:ext cx="8758681" cy="7108037"/>
          </a:xfrm>
          <a:custGeom>
            <a:avLst/>
            <a:gdLst/>
            <a:ahLst/>
            <a:cxnLst/>
            <a:rect r="r" b="b" t="t" l="l"/>
            <a:pathLst>
              <a:path h="7108037" w="8758681">
                <a:moveTo>
                  <a:pt x="0" y="0"/>
                </a:moveTo>
                <a:lnTo>
                  <a:pt x="8758681" y="0"/>
                </a:lnTo>
                <a:lnTo>
                  <a:pt x="8758681" y="7108037"/>
                </a:lnTo>
                <a:lnTo>
                  <a:pt x="0" y="7108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87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904652" y="2765492"/>
            <a:ext cx="9200435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 spc="-280">
                <a:solidFill>
                  <a:srgbClr val="FFFFFF"/>
                </a:solidFill>
                <a:latin typeface="Gaegu Bold"/>
              </a:rPr>
              <a:t>StartMenu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2616" y="4150554"/>
            <a:ext cx="5058997" cy="232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619"/>
              </a:lnSpc>
            </a:pPr>
            <a:r>
              <a:rPr lang="en-US" sz="3299">
                <a:solidFill>
                  <a:srgbClr val="FFFFFF"/>
                </a:solidFill>
                <a:latin typeface="Drukaatie Burti"/>
              </a:rPr>
              <a:t>Scena iniziale nella quale l’utente (bambino) può decidere se iniziare il gioco senza aiuti o con aiuti.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616" y="768354"/>
            <a:ext cx="5058997" cy="176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sz="11966" spc="-478">
                <a:solidFill>
                  <a:srgbClr val="FBE675"/>
                </a:solidFill>
                <a:latin typeface="Gaegu Bold"/>
              </a:rPr>
              <a:t>SCENE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605670" y="-1065650"/>
            <a:ext cx="8534758" cy="12418299"/>
          </a:xfrm>
          <a:custGeom>
            <a:avLst/>
            <a:gdLst/>
            <a:ahLst/>
            <a:cxnLst/>
            <a:rect r="r" b="b" t="t" l="l"/>
            <a:pathLst>
              <a:path h="12418299" w="8534758">
                <a:moveTo>
                  <a:pt x="0" y="0"/>
                </a:moveTo>
                <a:lnTo>
                  <a:pt x="8534758" y="0"/>
                </a:lnTo>
                <a:lnTo>
                  <a:pt x="8534758" y="12418300"/>
                </a:lnTo>
                <a:lnTo>
                  <a:pt x="0" y="1241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55106" y="1488318"/>
            <a:ext cx="10447488" cy="7013620"/>
          </a:xfrm>
          <a:custGeom>
            <a:avLst/>
            <a:gdLst/>
            <a:ahLst/>
            <a:cxnLst/>
            <a:rect r="r" b="b" t="t" l="l"/>
            <a:pathLst>
              <a:path h="7013620" w="10447488">
                <a:moveTo>
                  <a:pt x="0" y="0"/>
                </a:moveTo>
                <a:lnTo>
                  <a:pt x="10447489" y="0"/>
                </a:lnTo>
                <a:lnTo>
                  <a:pt x="10447489" y="7013620"/>
                </a:lnTo>
                <a:lnTo>
                  <a:pt x="0" y="7013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2616" y="1957247"/>
            <a:ext cx="4758335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 spc="-280">
                <a:solidFill>
                  <a:srgbClr val="FFFFFF"/>
                </a:solidFill>
                <a:latin typeface="Gaegu Bold"/>
              </a:rPr>
              <a:t>GameScene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1631" y="3001822"/>
            <a:ext cx="5379977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La GameScene è molto basilare: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-Struttura esercitazione;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-Regoli che il bimbo dovrà premere;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-Regoli del muro che bisogna costruire;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-Tasti: elimina, conferma, ricomincia e esci;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Quando l’utente clicca  su un regolo parte un’ animazione che porta il regolo selezionato verso il muro. Vengono poi Aggiornarti  somma e colore del muro. 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Se l’ utente dovesse superare il numero 10, si attiverà il Warning (logo).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616" y="371919"/>
            <a:ext cx="5058997" cy="176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sz="11966" spc="-478">
                <a:solidFill>
                  <a:srgbClr val="FBE675"/>
                </a:solidFill>
                <a:latin typeface="Gaegu Bold"/>
              </a:rPr>
              <a:t>SCENE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605670" y="-1065650"/>
            <a:ext cx="8534758" cy="12418299"/>
          </a:xfrm>
          <a:custGeom>
            <a:avLst/>
            <a:gdLst/>
            <a:ahLst/>
            <a:cxnLst/>
            <a:rect r="r" b="b" t="t" l="l"/>
            <a:pathLst>
              <a:path h="12418299" w="8534758">
                <a:moveTo>
                  <a:pt x="0" y="0"/>
                </a:moveTo>
                <a:lnTo>
                  <a:pt x="8534758" y="0"/>
                </a:lnTo>
                <a:lnTo>
                  <a:pt x="8534758" y="12418300"/>
                </a:lnTo>
                <a:lnTo>
                  <a:pt x="0" y="1241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13476" y="1581451"/>
            <a:ext cx="11242537" cy="6656448"/>
          </a:xfrm>
          <a:custGeom>
            <a:avLst/>
            <a:gdLst/>
            <a:ahLst/>
            <a:cxnLst/>
            <a:rect r="r" b="b" t="t" l="l"/>
            <a:pathLst>
              <a:path h="6656448" w="11242537">
                <a:moveTo>
                  <a:pt x="0" y="0"/>
                </a:moveTo>
                <a:lnTo>
                  <a:pt x="11242536" y="0"/>
                </a:lnTo>
                <a:lnTo>
                  <a:pt x="11242536" y="6656448"/>
                </a:lnTo>
                <a:lnTo>
                  <a:pt x="0" y="6656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2371" y="1864823"/>
            <a:ext cx="5479488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 spc="-280">
                <a:solidFill>
                  <a:srgbClr val="FFFFFF"/>
                </a:solidFill>
                <a:latin typeface="Gaegu Bold"/>
              </a:rPr>
              <a:t>GameSceneAiuti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371" y="3401969"/>
            <a:ext cx="5076372" cy="594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rukaatie Burti"/>
              </a:rPr>
              <a:t>Pressoché identica alla GameScene normale, ciò che cambia é la presenza di uno script chiamato RegoloManager.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rukaatie Burti"/>
              </a:rPr>
              <a:t>RegoloManager: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rukaatie Burti"/>
              </a:rPr>
              <a:t>-Si preoccuperà di controllare lo stato della somma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rukaatie Burti"/>
              </a:rPr>
              <a:t>-Se la somma dovesse superare il valore 10 disattiva automaticamente il regolo che potrebbe portare all’errore dell’ utente,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616" y="371919"/>
            <a:ext cx="5058997" cy="176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sz="11966" spc="-478">
                <a:solidFill>
                  <a:srgbClr val="FBE675"/>
                </a:solidFill>
                <a:latin typeface="Gaegu Bold"/>
              </a:rPr>
              <a:t>SCENE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605670" y="-1065650"/>
            <a:ext cx="8534758" cy="12418299"/>
          </a:xfrm>
          <a:custGeom>
            <a:avLst/>
            <a:gdLst/>
            <a:ahLst/>
            <a:cxnLst/>
            <a:rect r="r" b="b" t="t" l="l"/>
            <a:pathLst>
              <a:path h="12418299" w="8534758">
                <a:moveTo>
                  <a:pt x="0" y="0"/>
                </a:moveTo>
                <a:lnTo>
                  <a:pt x="8534758" y="0"/>
                </a:lnTo>
                <a:lnTo>
                  <a:pt x="8534758" y="12418300"/>
                </a:lnTo>
                <a:lnTo>
                  <a:pt x="0" y="1241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37836" y="1415610"/>
            <a:ext cx="10021464" cy="7049379"/>
          </a:xfrm>
          <a:custGeom>
            <a:avLst/>
            <a:gdLst/>
            <a:ahLst/>
            <a:cxnLst/>
            <a:rect r="r" b="b" t="t" l="l"/>
            <a:pathLst>
              <a:path h="7049379" w="10021464">
                <a:moveTo>
                  <a:pt x="0" y="0"/>
                </a:moveTo>
                <a:lnTo>
                  <a:pt x="10021464" y="0"/>
                </a:lnTo>
                <a:lnTo>
                  <a:pt x="10021464" y="7049379"/>
                </a:lnTo>
                <a:lnTo>
                  <a:pt x="0" y="7049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11" r="0" b="-29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678103" y="2696891"/>
            <a:ext cx="9200435" cy="101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6400" spc="-256">
                <a:solidFill>
                  <a:srgbClr val="FFFFFF"/>
                </a:solidFill>
                <a:latin typeface="Gaegu Bold"/>
              </a:rPr>
              <a:t>RispostaEsatta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1325" y="4241800"/>
            <a:ext cx="5080288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rukaatie Burti"/>
              </a:rPr>
              <a:t>Nel caso in cui l’utente dovesse arrivare a 10, verrà caricata la pagina di vittoria, caratterizzata da effetti visivi festosi (fuochi d’artificio e canzone).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616" y="768354"/>
            <a:ext cx="5058997" cy="176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sz="11966" spc="-478">
                <a:solidFill>
                  <a:srgbClr val="FBE675"/>
                </a:solidFill>
                <a:latin typeface="Gaegu Bold"/>
              </a:rPr>
              <a:t>SCENE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605670" y="-1065650"/>
            <a:ext cx="8534758" cy="12418299"/>
          </a:xfrm>
          <a:custGeom>
            <a:avLst/>
            <a:gdLst/>
            <a:ahLst/>
            <a:cxnLst/>
            <a:rect r="r" b="b" t="t" l="l"/>
            <a:pathLst>
              <a:path h="12418299" w="8534758">
                <a:moveTo>
                  <a:pt x="0" y="0"/>
                </a:moveTo>
                <a:lnTo>
                  <a:pt x="8534758" y="0"/>
                </a:lnTo>
                <a:lnTo>
                  <a:pt x="8534758" y="12418300"/>
                </a:lnTo>
                <a:lnTo>
                  <a:pt x="0" y="1241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69688" y="1318541"/>
            <a:ext cx="10525649" cy="7532733"/>
          </a:xfrm>
          <a:custGeom>
            <a:avLst/>
            <a:gdLst/>
            <a:ahLst/>
            <a:cxnLst/>
            <a:rect r="r" b="b" t="t" l="l"/>
            <a:pathLst>
              <a:path h="7532733" w="10525649">
                <a:moveTo>
                  <a:pt x="0" y="0"/>
                </a:moveTo>
                <a:lnTo>
                  <a:pt x="10525649" y="0"/>
                </a:lnTo>
                <a:lnTo>
                  <a:pt x="10525649" y="7532732"/>
                </a:lnTo>
                <a:lnTo>
                  <a:pt x="0" y="7532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851621" y="2721680"/>
            <a:ext cx="9200435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600" spc="-264">
                <a:solidFill>
                  <a:srgbClr val="FFFFFF"/>
                </a:solidFill>
                <a:latin typeface="Gaegu Bold"/>
              </a:rPr>
              <a:t> RispostaSbagliata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2616" y="4555032"/>
            <a:ext cx="5058997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rukaatie Burti"/>
              </a:rPr>
              <a:t>Se l’utente non arriva a 10 perché ha usato troppi o pochi regoli, il testo nella vignetta cambierà e verrà fornita una scelta: se riprovare senza aiuti o riprovare con aiuti.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616" y="768354"/>
            <a:ext cx="5058997" cy="176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69"/>
              </a:lnSpc>
            </a:pPr>
            <a:r>
              <a:rPr lang="en-US" sz="11966" spc="-478">
                <a:solidFill>
                  <a:srgbClr val="FBE675"/>
                </a:solidFill>
                <a:latin typeface="Gaegu Bold"/>
              </a:rPr>
              <a:t>SCENE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00268" y="-124878"/>
            <a:ext cx="6824238" cy="10879220"/>
          </a:xfrm>
          <a:custGeom>
            <a:avLst/>
            <a:gdLst/>
            <a:ahLst/>
            <a:cxnLst/>
            <a:rect r="r" b="b" t="t" l="l"/>
            <a:pathLst>
              <a:path h="10879220" w="6824238">
                <a:moveTo>
                  <a:pt x="0" y="0"/>
                </a:moveTo>
                <a:lnTo>
                  <a:pt x="6824238" y="0"/>
                </a:lnTo>
                <a:lnTo>
                  <a:pt x="6824238" y="10879220"/>
                </a:lnTo>
                <a:lnTo>
                  <a:pt x="0" y="10879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2536" y="1101362"/>
            <a:ext cx="586164" cy="574441"/>
          </a:xfrm>
          <a:custGeom>
            <a:avLst/>
            <a:gdLst/>
            <a:ahLst/>
            <a:cxnLst/>
            <a:rect r="r" b="b" t="t" l="l"/>
            <a:pathLst>
              <a:path h="574441" w="586164">
                <a:moveTo>
                  <a:pt x="0" y="0"/>
                </a:moveTo>
                <a:lnTo>
                  <a:pt x="586164" y="0"/>
                </a:lnTo>
                <a:lnTo>
                  <a:pt x="586164" y="574440"/>
                </a:lnTo>
                <a:lnTo>
                  <a:pt x="0" y="574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988673"/>
            <a:ext cx="586164" cy="574441"/>
          </a:xfrm>
          <a:custGeom>
            <a:avLst/>
            <a:gdLst/>
            <a:ahLst/>
            <a:cxnLst/>
            <a:rect r="r" b="b" t="t" l="l"/>
            <a:pathLst>
              <a:path h="574441" w="586164">
                <a:moveTo>
                  <a:pt x="0" y="0"/>
                </a:moveTo>
                <a:lnTo>
                  <a:pt x="586164" y="0"/>
                </a:lnTo>
                <a:lnTo>
                  <a:pt x="586164" y="574440"/>
                </a:lnTo>
                <a:lnTo>
                  <a:pt x="0" y="5744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2536" y="8683859"/>
            <a:ext cx="586164" cy="574441"/>
          </a:xfrm>
          <a:custGeom>
            <a:avLst/>
            <a:gdLst/>
            <a:ahLst/>
            <a:cxnLst/>
            <a:rect r="r" b="b" t="t" l="l"/>
            <a:pathLst>
              <a:path h="574441" w="586164">
                <a:moveTo>
                  <a:pt x="0" y="0"/>
                </a:moveTo>
                <a:lnTo>
                  <a:pt x="586164" y="0"/>
                </a:lnTo>
                <a:lnTo>
                  <a:pt x="586164" y="574441"/>
                </a:lnTo>
                <a:lnTo>
                  <a:pt x="0" y="5744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18042" y="814452"/>
            <a:ext cx="1412928" cy="1497323"/>
          </a:xfrm>
          <a:custGeom>
            <a:avLst/>
            <a:gdLst/>
            <a:ahLst/>
            <a:cxnLst/>
            <a:rect r="r" b="b" t="t" l="l"/>
            <a:pathLst>
              <a:path h="1497323" w="1412928">
                <a:moveTo>
                  <a:pt x="0" y="0"/>
                </a:moveTo>
                <a:lnTo>
                  <a:pt x="1412928" y="0"/>
                </a:lnTo>
                <a:lnTo>
                  <a:pt x="1412928" y="1497323"/>
                </a:lnTo>
                <a:lnTo>
                  <a:pt x="0" y="1497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946367">
            <a:off x="16651879" y="8067689"/>
            <a:ext cx="1154159" cy="955619"/>
          </a:xfrm>
          <a:custGeom>
            <a:avLst/>
            <a:gdLst/>
            <a:ahLst/>
            <a:cxnLst/>
            <a:rect r="r" b="b" t="t" l="l"/>
            <a:pathLst>
              <a:path h="955619" w="1154159">
                <a:moveTo>
                  <a:pt x="0" y="0"/>
                </a:moveTo>
                <a:lnTo>
                  <a:pt x="1154159" y="0"/>
                </a:lnTo>
                <a:lnTo>
                  <a:pt x="1154159" y="955619"/>
                </a:lnTo>
                <a:lnTo>
                  <a:pt x="0" y="9556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4"/>
          <a:srcRect l="6206" t="0" r="6788" b="0"/>
          <a:stretch>
            <a:fillRect/>
          </a:stretch>
        </p:blipFill>
        <p:spPr>
          <a:xfrm flipH="false" flipV="false" rot="0">
            <a:off x="6864254" y="416765"/>
            <a:ext cx="4559493" cy="9258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35618" y="3696938"/>
            <a:ext cx="5058997" cy="19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29"/>
              </a:lnSpc>
            </a:pPr>
            <a:r>
              <a:rPr lang="en-US" sz="13365" spc="-534">
                <a:solidFill>
                  <a:srgbClr val="FBE675"/>
                </a:solidFill>
                <a:latin typeface="Gaegu Bold"/>
              </a:rPr>
              <a:t>DEMO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93937" y="2434541"/>
            <a:ext cx="8781509" cy="3822202"/>
          </a:xfrm>
          <a:custGeom>
            <a:avLst/>
            <a:gdLst/>
            <a:ahLst/>
            <a:cxnLst/>
            <a:rect r="r" b="b" t="t" l="l"/>
            <a:pathLst>
              <a:path h="3822202" w="8781509">
                <a:moveTo>
                  <a:pt x="0" y="0"/>
                </a:moveTo>
                <a:lnTo>
                  <a:pt x="8781509" y="0"/>
                </a:lnTo>
                <a:lnTo>
                  <a:pt x="8781509" y="3822202"/>
                </a:lnTo>
                <a:lnTo>
                  <a:pt x="0" y="3822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5531" y="4722440"/>
            <a:ext cx="8738469" cy="4453800"/>
          </a:xfrm>
          <a:custGeom>
            <a:avLst/>
            <a:gdLst/>
            <a:ahLst/>
            <a:cxnLst/>
            <a:rect r="r" b="b" t="t" l="l"/>
            <a:pathLst>
              <a:path h="4453800" w="8738469">
                <a:moveTo>
                  <a:pt x="0" y="0"/>
                </a:moveTo>
                <a:lnTo>
                  <a:pt x="8738469" y="0"/>
                </a:lnTo>
                <a:lnTo>
                  <a:pt x="8738469" y="4453800"/>
                </a:lnTo>
                <a:lnTo>
                  <a:pt x="0" y="4453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62655" y="1045511"/>
            <a:ext cx="11978602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sz="6200" spc="-248">
                <a:solidFill>
                  <a:srgbClr val="FFFFFF"/>
                </a:solidFill>
                <a:latin typeface="Gaegu Bold"/>
              </a:rPr>
              <a:t>ControlloTouch &amp; AnimationAndSpawn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6011" y="2507421"/>
            <a:ext cx="7631399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Il metodo ControlloTouch() si preoccupa del controllo touch ed è identica anche nella modalità aiuti. Dopo aver controllato che il regolo sia stato premuto, crea un duplicato che servirà per la creazione dell'animazione.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41711" y="38100"/>
            <a:ext cx="9563754" cy="125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8500" spc="-340">
                <a:solidFill>
                  <a:srgbClr val="FBE675"/>
                </a:solidFill>
                <a:latin typeface="Gaegu Bold"/>
              </a:rPr>
              <a:t>GameScene - SCRIPTS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9811" y="6486207"/>
            <a:ext cx="8129760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Il metodo AnimationAndSpawn() lo si utilizza per creare l'animazione tramite MoveTowards. 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Si controlla che il duplicato sia arrivato a destinazione e attiva i regoli del muro con annessi Material. 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Drukaatie Burti"/>
              </a:rPr>
              <a:t>Nel caso in cui l’utente dovesse premere il tasto elimina, eseguirà una sottrazione togliendo un regolo per volta e cambiando anche il colore dei regoli.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8812" y="4598135"/>
            <a:ext cx="9466163" cy="2917885"/>
          </a:xfrm>
          <a:custGeom>
            <a:avLst/>
            <a:gdLst/>
            <a:ahLst/>
            <a:cxnLst/>
            <a:rect r="r" b="b" t="t" l="l"/>
            <a:pathLst>
              <a:path h="2917885" w="9466163">
                <a:moveTo>
                  <a:pt x="0" y="0"/>
                </a:moveTo>
                <a:lnTo>
                  <a:pt x="9466163" y="0"/>
                </a:lnTo>
                <a:lnTo>
                  <a:pt x="9466163" y="2917886"/>
                </a:lnTo>
                <a:lnTo>
                  <a:pt x="0" y="2917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36742" y="4598135"/>
            <a:ext cx="3493613" cy="1726573"/>
          </a:xfrm>
          <a:custGeom>
            <a:avLst/>
            <a:gdLst/>
            <a:ahLst/>
            <a:cxnLst/>
            <a:rect r="r" b="b" t="t" l="l"/>
            <a:pathLst>
              <a:path h="1726573" w="3493613">
                <a:moveTo>
                  <a:pt x="0" y="0"/>
                </a:moveTo>
                <a:lnTo>
                  <a:pt x="3493614" y="0"/>
                </a:lnTo>
                <a:lnTo>
                  <a:pt x="3493614" y="1726574"/>
                </a:lnTo>
                <a:lnTo>
                  <a:pt x="0" y="1726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0651" y="375051"/>
            <a:ext cx="5988649" cy="8000370"/>
          </a:xfrm>
          <a:custGeom>
            <a:avLst/>
            <a:gdLst/>
            <a:ahLst/>
            <a:cxnLst/>
            <a:rect r="r" b="b" t="t" l="l"/>
            <a:pathLst>
              <a:path h="8000370" w="5988649">
                <a:moveTo>
                  <a:pt x="0" y="0"/>
                </a:moveTo>
                <a:lnTo>
                  <a:pt x="5988649" y="0"/>
                </a:lnTo>
                <a:lnTo>
                  <a:pt x="5988649" y="8000370"/>
                </a:lnTo>
                <a:lnTo>
                  <a:pt x="0" y="8000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8812" y="1308867"/>
            <a:ext cx="9751956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sz="6200" spc="-248">
                <a:solidFill>
                  <a:srgbClr val="FFFFFF"/>
                </a:solidFill>
                <a:latin typeface="Gaegu Bold"/>
              </a:rPr>
              <a:t>ConfermaScript &amp; SommaScript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8202" y="120200"/>
            <a:ext cx="9563754" cy="125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8500" spc="-340">
                <a:solidFill>
                  <a:srgbClr val="FBE675"/>
                </a:solidFill>
                <a:latin typeface="Gaegu Bold"/>
              </a:rPr>
              <a:t>GameScene - SCRIPTS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0768" y="8575675"/>
            <a:ext cx="7526559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rukaatie Burti"/>
              </a:rPr>
              <a:t>SommaScript contiene l’implementazione del metodo AggiungiValore(), il quale viene invocato all'interno di CuboScript, più precisamente nel metodo ControlloTouch().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857" y="2759192"/>
            <a:ext cx="858644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rukaatie Burti"/>
              </a:rPr>
              <a:t>L’ if presente nello script ConfermaScript.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Drukaatie Burti"/>
              </a:rPr>
              <a:t>Con esso, l’utente avrà successo solo se la somma è uguale a 10, in caso contrario il muro cadrà.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5548" y="3107871"/>
            <a:ext cx="13527180" cy="2730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9"/>
              </a:lnSpc>
            </a:pPr>
            <a:r>
              <a:rPr lang="en-US" sz="11366" spc="-454">
                <a:solidFill>
                  <a:srgbClr val="FBE675"/>
                </a:solidFill>
                <a:latin typeface="Now Bold"/>
              </a:rPr>
              <a:t>Grazie per l’attenzione!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271236" y="5838358"/>
            <a:ext cx="5090784" cy="2863566"/>
          </a:xfrm>
          <a:custGeom>
            <a:avLst/>
            <a:gdLst/>
            <a:ahLst/>
            <a:cxnLst/>
            <a:rect r="r" b="b" t="t" l="l"/>
            <a:pathLst>
              <a:path h="2863566" w="5090784">
                <a:moveTo>
                  <a:pt x="0" y="0"/>
                </a:moveTo>
                <a:lnTo>
                  <a:pt x="5090784" y="0"/>
                </a:lnTo>
                <a:lnTo>
                  <a:pt x="5090784" y="2863566"/>
                </a:lnTo>
                <a:lnTo>
                  <a:pt x="0" y="2863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580626" y="8470217"/>
            <a:ext cx="8204204" cy="1469390"/>
            <a:chOff x="0" y="0"/>
            <a:chExt cx="5244017" cy="9392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44017" cy="939214"/>
            </a:xfrm>
            <a:custGeom>
              <a:avLst/>
              <a:gdLst/>
              <a:ahLst/>
              <a:cxnLst/>
              <a:rect r="r" b="b" t="t" l="l"/>
              <a:pathLst>
                <a:path h="939214" w="5244017">
                  <a:moveTo>
                    <a:pt x="5040817" y="0"/>
                  </a:moveTo>
                  <a:cubicBezTo>
                    <a:pt x="5153041" y="0"/>
                    <a:pt x="5244017" y="210250"/>
                    <a:pt x="5244017" y="469607"/>
                  </a:cubicBezTo>
                  <a:cubicBezTo>
                    <a:pt x="5244017" y="728964"/>
                    <a:pt x="5153041" y="939214"/>
                    <a:pt x="5040817" y="939214"/>
                  </a:cubicBezTo>
                  <a:lnTo>
                    <a:pt x="203200" y="939214"/>
                  </a:lnTo>
                  <a:cubicBezTo>
                    <a:pt x="90976" y="939214"/>
                    <a:pt x="0" y="728964"/>
                    <a:pt x="0" y="469607"/>
                  </a:cubicBezTo>
                  <a:cubicBezTo>
                    <a:pt x="0" y="21025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>
                <a:alpha val="8588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5244017" cy="1034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100881" y="8470217"/>
            <a:ext cx="3388961" cy="2359949"/>
          </a:xfrm>
          <a:custGeom>
            <a:avLst/>
            <a:gdLst/>
            <a:ahLst/>
            <a:cxnLst/>
            <a:rect r="r" b="b" t="t" l="l"/>
            <a:pathLst>
              <a:path h="2359949" w="3388961">
                <a:moveTo>
                  <a:pt x="0" y="0"/>
                </a:moveTo>
                <a:lnTo>
                  <a:pt x="3388961" y="0"/>
                </a:lnTo>
                <a:lnTo>
                  <a:pt x="3388961" y="2359949"/>
                </a:lnTo>
                <a:lnTo>
                  <a:pt x="0" y="235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15055" y="3879780"/>
            <a:ext cx="1749485" cy="2454635"/>
          </a:xfrm>
          <a:custGeom>
            <a:avLst/>
            <a:gdLst/>
            <a:ahLst/>
            <a:cxnLst/>
            <a:rect r="r" b="b" t="t" l="l"/>
            <a:pathLst>
              <a:path h="2454635" w="1749485">
                <a:moveTo>
                  <a:pt x="0" y="0"/>
                </a:moveTo>
                <a:lnTo>
                  <a:pt x="1749486" y="0"/>
                </a:lnTo>
                <a:lnTo>
                  <a:pt x="1749486" y="2454635"/>
                </a:lnTo>
                <a:lnTo>
                  <a:pt x="0" y="245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75947">
            <a:off x="8557346" y="-338854"/>
            <a:ext cx="2052686" cy="1925792"/>
          </a:xfrm>
          <a:custGeom>
            <a:avLst/>
            <a:gdLst/>
            <a:ahLst/>
            <a:cxnLst/>
            <a:rect r="r" b="b" t="t" l="l"/>
            <a:pathLst>
              <a:path h="1925792" w="2052686">
                <a:moveTo>
                  <a:pt x="0" y="0"/>
                </a:moveTo>
                <a:lnTo>
                  <a:pt x="2052685" y="0"/>
                </a:lnTo>
                <a:lnTo>
                  <a:pt x="2052685" y="1925792"/>
                </a:lnTo>
                <a:lnTo>
                  <a:pt x="0" y="19257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64788" y="-494330"/>
            <a:ext cx="2061148" cy="2057400"/>
          </a:xfrm>
          <a:custGeom>
            <a:avLst/>
            <a:gdLst/>
            <a:ahLst/>
            <a:cxnLst/>
            <a:rect r="r" b="b" t="t" l="l"/>
            <a:pathLst>
              <a:path h="2057400" w="2061148">
                <a:moveTo>
                  <a:pt x="0" y="0"/>
                </a:moveTo>
                <a:lnTo>
                  <a:pt x="2061147" y="0"/>
                </a:lnTo>
                <a:lnTo>
                  <a:pt x="206114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19258">
            <a:off x="16347581" y="5619720"/>
            <a:ext cx="2213721" cy="1964175"/>
          </a:xfrm>
          <a:custGeom>
            <a:avLst/>
            <a:gdLst/>
            <a:ahLst/>
            <a:cxnLst/>
            <a:rect r="r" b="b" t="t" l="l"/>
            <a:pathLst>
              <a:path h="1964175" w="2213721">
                <a:moveTo>
                  <a:pt x="0" y="0"/>
                </a:moveTo>
                <a:lnTo>
                  <a:pt x="2213721" y="0"/>
                </a:lnTo>
                <a:lnTo>
                  <a:pt x="2213721" y="1964175"/>
                </a:lnTo>
                <a:lnTo>
                  <a:pt x="0" y="19641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20202" y="7985595"/>
            <a:ext cx="1807062" cy="1813658"/>
          </a:xfrm>
          <a:custGeom>
            <a:avLst/>
            <a:gdLst/>
            <a:ahLst/>
            <a:cxnLst/>
            <a:rect r="r" b="b" t="t" l="l"/>
            <a:pathLst>
              <a:path h="1813658" w="1807062">
                <a:moveTo>
                  <a:pt x="0" y="0"/>
                </a:moveTo>
                <a:lnTo>
                  <a:pt x="1807062" y="0"/>
                </a:lnTo>
                <a:lnTo>
                  <a:pt x="1807062" y="1813658"/>
                </a:lnTo>
                <a:lnTo>
                  <a:pt x="0" y="18136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98717" y="-171200"/>
            <a:ext cx="2155724" cy="2069495"/>
          </a:xfrm>
          <a:custGeom>
            <a:avLst/>
            <a:gdLst/>
            <a:ahLst/>
            <a:cxnLst/>
            <a:rect r="r" b="b" t="t" l="l"/>
            <a:pathLst>
              <a:path h="2069495" w="2155724">
                <a:moveTo>
                  <a:pt x="0" y="0"/>
                </a:moveTo>
                <a:lnTo>
                  <a:pt x="2155724" y="0"/>
                </a:lnTo>
                <a:lnTo>
                  <a:pt x="2155724" y="2069495"/>
                </a:lnTo>
                <a:lnTo>
                  <a:pt x="0" y="20694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27141">
            <a:off x="-88250" y="-56339"/>
            <a:ext cx="1988621" cy="2170078"/>
          </a:xfrm>
          <a:custGeom>
            <a:avLst/>
            <a:gdLst/>
            <a:ahLst/>
            <a:cxnLst/>
            <a:rect r="r" b="b" t="t" l="l"/>
            <a:pathLst>
              <a:path h="2170078" w="1988621">
                <a:moveTo>
                  <a:pt x="0" y="0"/>
                </a:moveTo>
                <a:lnTo>
                  <a:pt x="1988621" y="0"/>
                </a:lnTo>
                <a:lnTo>
                  <a:pt x="1988621" y="2170078"/>
                </a:lnTo>
                <a:lnTo>
                  <a:pt x="0" y="21700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76579" y="3648110"/>
            <a:ext cx="3151895" cy="716340"/>
          </a:xfrm>
          <a:custGeom>
            <a:avLst/>
            <a:gdLst/>
            <a:ahLst/>
            <a:cxnLst/>
            <a:rect r="r" b="b" t="t" l="l"/>
            <a:pathLst>
              <a:path h="716340" w="3151895">
                <a:moveTo>
                  <a:pt x="0" y="0"/>
                </a:moveTo>
                <a:lnTo>
                  <a:pt x="3151896" y="0"/>
                </a:lnTo>
                <a:lnTo>
                  <a:pt x="3151896" y="716340"/>
                </a:lnTo>
                <a:lnTo>
                  <a:pt x="0" y="71634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845732">
            <a:off x="8218142" y="9320829"/>
            <a:ext cx="2133715" cy="1237555"/>
          </a:xfrm>
          <a:custGeom>
            <a:avLst/>
            <a:gdLst/>
            <a:ahLst/>
            <a:cxnLst/>
            <a:rect r="r" b="b" t="t" l="l"/>
            <a:pathLst>
              <a:path h="1237555" w="2133715">
                <a:moveTo>
                  <a:pt x="0" y="0"/>
                </a:moveTo>
                <a:lnTo>
                  <a:pt x="2133714" y="0"/>
                </a:lnTo>
                <a:lnTo>
                  <a:pt x="2133714" y="1237555"/>
                </a:lnTo>
                <a:lnTo>
                  <a:pt x="0" y="123755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613473">
            <a:off x="12865629" y="112833"/>
            <a:ext cx="1594887" cy="1417677"/>
          </a:xfrm>
          <a:custGeom>
            <a:avLst/>
            <a:gdLst/>
            <a:ahLst/>
            <a:cxnLst/>
            <a:rect r="r" b="b" t="t" l="l"/>
            <a:pathLst>
              <a:path h="1417677" w="1594887">
                <a:moveTo>
                  <a:pt x="0" y="0"/>
                </a:moveTo>
                <a:lnTo>
                  <a:pt x="1594887" y="0"/>
                </a:lnTo>
                <a:lnTo>
                  <a:pt x="1594887" y="1417677"/>
                </a:lnTo>
                <a:lnTo>
                  <a:pt x="0" y="141767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362020" y="8394017"/>
            <a:ext cx="7570232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82A44"/>
                </a:solidFill>
                <a:latin typeface="Drukaatie Burti"/>
              </a:rPr>
              <a:t>M</a:t>
            </a:r>
            <a:r>
              <a:rPr lang="en-US" sz="2900" strike="noStrike" u="none">
                <a:solidFill>
                  <a:srgbClr val="082A44"/>
                </a:solidFill>
                <a:latin typeface="Drukaatie Burti"/>
              </a:rPr>
              <a:t>ade by </a:t>
            </a:r>
          </a:p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82A44"/>
                </a:solidFill>
                <a:latin typeface="Drukaatie Burti"/>
              </a:rPr>
              <a:t>Coralluzzo Gabriele Vittorio  052250184</a:t>
            </a:r>
          </a:p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strike="noStrike" u="none">
                <a:solidFill>
                  <a:srgbClr val="082A44"/>
                </a:solidFill>
                <a:latin typeface="Drukaatie Burti"/>
              </a:rPr>
              <a:t>    Pascale Andrea 0522501610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DAF-1XnNnU4</dc:identifier>
  <dcterms:modified xsi:type="dcterms:W3CDTF">2011-08-01T06:04:30Z</dcterms:modified>
  <cp:revision>1</cp:revision>
  <dc:title>RegoliAMO - Progetto Information Visualization</dc:title>
</cp:coreProperties>
</file>